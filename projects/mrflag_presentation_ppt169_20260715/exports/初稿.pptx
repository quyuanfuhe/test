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82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3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3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B3F8"/>
    <a:srgbClr val="E4E8FB"/>
    <a:srgbClr val="EDEFFC"/>
    <a:srgbClr val="4E62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23"/>
        <p:guide pos="290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大家下午好，欢迎来到我们的项目汇报。今天我将为大家介绍 MR Flag Battle — 一款基于 Pico 4 Ultra Enterprise 的混合现实夺旗对战游戏。项目使用 Unity 引擎开发，Go 语言编写后端，实现了一个完整的 MR 游戏闭环。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今天的汇报分为四个部分：首先是项目介绍与意义，然后是前期设计与最终实现的展示，接着是各成员的工作汇报，最后分享我们的思考与收获。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第一部分：项目介绍与意义。我将从项目背景、项目介绍、项目意义三个方面展开。这部分的结论是：MR Flag Battle 不仅是一个游戏项目，更是一次完整的混合现实技术探索。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我们的开发环境是 Unity 2022.3 LTS，目标平台是 Pico 4 Ultra Enterprise，这是目前企业级 MR 头显的主流选择。后端使用 Go 语言，支持 HTTP、WebSocket 和 UDP 三种通信协议。目标受众是 MR 体验爱好者、Pico 头显用户，以及对空间计算感兴趣的技术用户。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MR Flag Battle 是一款双人 MR 夺旗游戏。核心玩法很简单：玩家在真实物理空间中抓取虚拟旗帜得分。我们实现了双人实时联机模式。地图编辑器让玩家可以用手柄搭建自定义场景，地图通过 WebSocket 同步到服务器，其他玩家自动收到更新。空间锚点确保了两人看到的虚拟物体位置一致，UDP 30Hz 同步保证了流畅的对战体验。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对项目本身而言，我们探索了 MR 技术在游戏领域的应用，实现了从空间定位、地图编辑、对战到同步的完整闭环，打通了 Unity 到 Go 的全栈链路。对团队成员来说，大家深入学习了 XR 开发、掌握了空间锚点技术、积累了实时网络通信的实战经验，也锻炼了系统架构设计和团队协作能力。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第二部分：前期设计与最终实现。这个板块内容最丰富，涵盖了游戏流程设计、构筑要素规划、开发计划、需求与设计文档，以及最终的实现成果。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游戏流程分为五个步骤：主菜单 → 选择模式 → 地图选择 → 游戏对战 → 显示得分并返回。构筑要素包括四大系统：场景物体系统有墙、箱、柱、桶、坡道、球体；旗帜系统有金银红三色旗，支持抓取得分和重生；玩家系统由 LocalPlayer 发送位置、RemotePlayer 接收并插值；UI 系统包含主菜单面板、地图选择和得分显示。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开发分为六个阶段：第一阶段搭建 Unity 项目和集成 Pico SDK，第二阶段实现单人游戏模式，第三阶段搭建 Go 后端三层服务，第四阶段实现双人联机模式，第五阶段开发地图编辑器和同步功能，第六阶段进行模型替换、UI 优化和 Bug 修复。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这一页预留了两个区域，分别用于插入需求分析文档截图和设计文档截图。项目前期的需求分析和架构设计是后续开发的重要基础。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我们成功实现了九大功能模块。从 MR 混合现实环境配置、单人夺旗模式、双人联机对战，到 XR 地图编辑器、云端同步、REST API、WebSocket 通信、UDP 位置同步，以及模型替换支持。每个模块都经过完整的开发和测试。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技术上有三个亮点值得强调：第一，使用 Pico Spatial Anchor 实现共享坐标系，确保双人场景精确对齐；第二，自定义 MsgPack 编解码器，C# 端和 Go 端格式严格一致；第三，Go 后端的开发简化模式，无需手动配置就能联机调试。右侧区域预留给演示视频。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第三部分：工作汇报。四位成员的工作概览将以统一风格的卡片形式呈现，每人标注姓名和主要工作内容。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这一页预留了四位成员的工作汇报区域。每张卡片包含成员姓名和虚线填充的工作内容区，保持统一的 dark-tech 风格。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第四部分：思考与收获。回顾整个项目历程，我们从技术和项目管理两个维度沉淀了宝贵的经验。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技术收获包括 Unity XR 开发体系的理解、空间锚点核心技术的掌握、实时网络通信的实战经验、协议设计的最佳实践，以及 Addressables 资源管理流程。项目管理方面，我们在 Git 多人协作、模块化架构设计和代码保护策略上都有显著提升。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感谢各位的聆听，以上就是 MR Flag Battle 项目的完整汇报。欢迎提问和交流。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6" Type="http://schemas.openxmlformats.org/officeDocument/2006/relationships/tags" Target="../tags/tag90.xml"/><Relationship Id="rId15" Type="http://schemas.openxmlformats.org/officeDocument/2006/relationships/tags" Target="../tags/tag89.xml"/><Relationship Id="rId14" Type="http://schemas.openxmlformats.org/officeDocument/2006/relationships/tags" Target="../tags/tag88.xml"/><Relationship Id="rId13" Type="http://schemas.openxmlformats.org/officeDocument/2006/relationships/tags" Target="../tags/tag87.xml"/><Relationship Id="rId12" Type="http://schemas.openxmlformats.org/officeDocument/2006/relationships/tags" Target="../tags/tag8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rflag_presentatio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任意多边形: 形状 35"/>
          <p:cNvSpPr/>
          <p:nvPr userDrawn="1">
            <p:custDataLst>
              <p:tags r:id="rId2"/>
            </p:custDataLst>
          </p:nvPr>
        </p:nvSpPr>
        <p:spPr>
          <a:xfrm>
            <a:off x="6922327" y="0"/>
            <a:ext cx="4255001" cy="6858000"/>
          </a:xfrm>
          <a:custGeom>
            <a:avLst/>
            <a:gdLst>
              <a:gd name="connsiteX0" fmla="*/ 10047 w 4255001"/>
              <a:gd name="connsiteY0" fmla="*/ 0 h 6858000"/>
              <a:gd name="connsiteX1" fmla="*/ 1582133 w 4255001"/>
              <a:gd name="connsiteY1" fmla="*/ 0 h 6858000"/>
              <a:gd name="connsiteX2" fmla="*/ 4255001 w 4255001"/>
              <a:gd name="connsiteY2" fmla="*/ 3421116 h 6858000"/>
              <a:gd name="connsiteX3" fmla="*/ 4253144 w 4255001"/>
              <a:gd name="connsiteY3" fmla="*/ 3422567 h 6858000"/>
              <a:gd name="connsiteX4" fmla="*/ 4255000 w 4255001"/>
              <a:gd name="connsiteY4" fmla="*/ 3424018 h 6858000"/>
              <a:gd name="connsiteX5" fmla="*/ 1572143 w 4255001"/>
              <a:gd name="connsiteY5" fmla="*/ 6858000 h 6858000"/>
              <a:gd name="connsiteX6" fmla="*/ 0 w 4255001"/>
              <a:gd name="connsiteY6" fmla="*/ 6858000 h 6858000"/>
              <a:gd name="connsiteX7" fmla="*/ 2684020 w 4255001"/>
              <a:gd name="connsiteY7" fmla="*/ 3422531 h 6858000"/>
              <a:gd name="connsiteX8" fmla="*/ 10047 w 4255001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55001" h="6858000">
                <a:moveTo>
                  <a:pt x="10047" y="0"/>
                </a:moveTo>
                <a:lnTo>
                  <a:pt x="1582133" y="0"/>
                </a:lnTo>
                <a:lnTo>
                  <a:pt x="4255001" y="3421116"/>
                </a:lnTo>
                <a:lnTo>
                  <a:pt x="4253144" y="3422567"/>
                </a:lnTo>
                <a:lnTo>
                  <a:pt x="4255000" y="3424018"/>
                </a:lnTo>
                <a:lnTo>
                  <a:pt x="1572143" y="6858000"/>
                </a:lnTo>
                <a:lnTo>
                  <a:pt x="0" y="6858000"/>
                </a:lnTo>
                <a:lnTo>
                  <a:pt x="2684020" y="3422531"/>
                </a:lnTo>
                <a:lnTo>
                  <a:pt x="10047" y="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alpha val="5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16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  <p:sp>
        <p:nvSpPr>
          <p:cNvPr id="45" name="任意多边形: 形状 44"/>
          <p:cNvSpPr/>
          <p:nvPr userDrawn="1">
            <p:custDataLst>
              <p:tags r:id="rId3"/>
            </p:custDataLst>
          </p:nvPr>
        </p:nvSpPr>
        <p:spPr>
          <a:xfrm>
            <a:off x="8102006" y="1"/>
            <a:ext cx="4088966" cy="6857998"/>
          </a:xfrm>
          <a:custGeom>
            <a:avLst/>
            <a:gdLst>
              <a:gd name="connsiteX0" fmla="*/ 0 w 4088966"/>
              <a:gd name="connsiteY0" fmla="*/ 0 h 6857998"/>
              <a:gd name="connsiteX1" fmla="*/ 1572086 w 4088966"/>
              <a:gd name="connsiteY1" fmla="*/ 0 h 6857998"/>
              <a:gd name="connsiteX2" fmla="*/ 4088966 w 4088966"/>
              <a:gd name="connsiteY2" fmla="*/ 3221459 h 6857998"/>
              <a:gd name="connsiteX3" fmla="*/ 4088966 w 4088966"/>
              <a:gd name="connsiteY3" fmla="*/ 3646538 h 6857998"/>
              <a:gd name="connsiteX4" fmla="*/ 1579958 w 4088966"/>
              <a:gd name="connsiteY4" fmla="*/ 6857997 h 6857998"/>
              <a:gd name="connsiteX5" fmla="*/ 7814 w 4088966"/>
              <a:gd name="connsiteY5" fmla="*/ 6857998 h 6857998"/>
              <a:gd name="connsiteX6" fmla="*/ 2682903 w 4088966"/>
              <a:gd name="connsiteY6" fmla="*/ 343396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88966" h="6857998">
                <a:moveTo>
                  <a:pt x="0" y="0"/>
                </a:moveTo>
                <a:lnTo>
                  <a:pt x="1572086" y="0"/>
                </a:lnTo>
                <a:lnTo>
                  <a:pt x="4088966" y="3221459"/>
                </a:lnTo>
                <a:lnTo>
                  <a:pt x="4088966" y="3646538"/>
                </a:lnTo>
                <a:lnTo>
                  <a:pt x="1579958" y="6857997"/>
                </a:lnTo>
                <a:lnTo>
                  <a:pt x="7814" y="6857998"/>
                </a:lnTo>
                <a:lnTo>
                  <a:pt x="2682903" y="343396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  <p:sp>
        <p:nvSpPr>
          <p:cNvPr id="39" name="任意多边形: 形状 38"/>
          <p:cNvSpPr/>
          <p:nvPr userDrawn="1">
            <p:custDataLst>
              <p:tags r:id="rId4"/>
            </p:custDataLst>
          </p:nvPr>
        </p:nvSpPr>
        <p:spPr>
          <a:xfrm>
            <a:off x="7385876" y="0"/>
            <a:ext cx="4255002" cy="6858000"/>
          </a:xfrm>
          <a:custGeom>
            <a:avLst/>
            <a:gdLst>
              <a:gd name="connsiteX0" fmla="*/ 10048 w 4255002"/>
              <a:gd name="connsiteY0" fmla="*/ 0 h 6858000"/>
              <a:gd name="connsiteX1" fmla="*/ 1582134 w 4255002"/>
              <a:gd name="connsiteY1" fmla="*/ 0 h 6858000"/>
              <a:gd name="connsiteX2" fmla="*/ 4255002 w 4255002"/>
              <a:gd name="connsiteY2" fmla="*/ 3421116 h 6858000"/>
              <a:gd name="connsiteX3" fmla="*/ 4253145 w 4255002"/>
              <a:gd name="connsiteY3" fmla="*/ 3422567 h 6858000"/>
              <a:gd name="connsiteX4" fmla="*/ 4255001 w 4255002"/>
              <a:gd name="connsiteY4" fmla="*/ 3424018 h 6858000"/>
              <a:gd name="connsiteX5" fmla="*/ 1572144 w 4255002"/>
              <a:gd name="connsiteY5" fmla="*/ 6858000 h 6858000"/>
              <a:gd name="connsiteX6" fmla="*/ 0 w 4255002"/>
              <a:gd name="connsiteY6" fmla="*/ 6857999 h 6858000"/>
              <a:gd name="connsiteX7" fmla="*/ 2684021 w 4255002"/>
              <a:gd name="connsiteY7" fmla="*/ 3422531 h 6858000"/>
              <a:gd name="connsiteX8" fmla="*/ 10048 w 4255002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55002" h="6858000">
                <a:moveTo>
                  <a:pt x="10048" y="0"/>
                </a:moveTo>
                <a:lnTo>
                  <a:pt x="1582134" y="0"/>
                </a:lnTo>
                <a:lnTo>
                  <a:pt x="4255002" y="3421116"/>
                </a:lnTo>
                <a:lnTo>
                  <a:pt x="4253145" y="3422567"/>
                </a:lnTo>
                <a:lnTo>
                  <a:pt x="4255001" y="3424018"/>
                </a:lnTo>
                <a:lnTo>
                  <a:pt x="1572144" y="6858000"/>
                </a:lnTo>
                <a:lnTo>
                  <a:pt x="0" y="6857999"/>
                </a:lnTo>
                <a:lnTo>
                  <a:pt x="2684021" y="3422531"/>
                </a:lnTo>
                <a:lnTo>
                  <a:pt x="10048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  <p:sp>
        <p:nvSpPr>
          <p:cNvPr id="12" name="矩形 11"/>
          <p:cNvSpPr>
            <a:spLocks noChangeAspect="1"/>
          </p:cNvSpPr>
          <p:nvPr userDrawn="1">
            <p:custDataLst>
              <p:tags r:id="rId5"/>
            </p:custDataLst>
          </p:nvPr>
        </p:nvSpPr>
        <p:spPr>
          <a:xfrm>
            <a:off x="875665" y="5866130"/>
            <a:ext cx="179705" cy="17970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13" name="矩形 12"/>
          <p:cNvSpPr>
            <a:spLocks noChangeAspect="1"/>
          </p:cNvSpPr>
          <p:nvPr userDrawn="1">
            <p:custDataLst>
              <p:tags r:id="rId6"/>
            </p:custDataLst>
          </p:nvPr>
        </p:nvSpPr>
        <p:spPr>
          <a:xfrm>
            <a:off x="875665" y="6104255"/>
            <a:ext cx="179705" cy="17970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15" name="矩形 14"/>
          <p:cNvSpPr>
            <a:spLocks noChangeAspect="1"/>
          </p:cNvSpPr>
          <p:nvPr userDrawn="1">
            <p:custDataLst>
              <p:tags r:id="rId7"/>
            </p:custDataLst>
          </p:nvPr>
        </p:nvSpPr>
        <p:spPr>
          <a:xfrm>
            <a:off x="1123315" y="5866130"/>
            <a:ext cx="179705" cy="179705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16" name="矩形 15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>
            <a:off x="1123315" y="6104255"/>
            <a:ext cx="179705" cy="179705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17" name="矩形 16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>
            <a:off x="1369695" y="6104255"/>
            <a:ext cx="179705" cy="17970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19" name="矩形 18"/>
          <p:cNvSpPr>
            <a:spLocks noChangeAspect="1"/>
          </p:cNvSpPr>
          <p:nvPr userDrawn="1">
            <p:custDataLst>
              <p:tags r:id="rId10"/>
            </p:custDataLst>
          </p:nvPr>
        </p:nvSpPr>
        <p:spPr>
          <a:xfrm>
            <a:off x="1616710" y="6104255"/>
            <a:ext cx="179705" cy="179705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1"/>
            </p:custDataLst>
          </p:nvPr>
        </p:nvSpPr>
        <p:spPr>
          <a:xfrm>
            <a:off x="792000" y="2653200"/>
            <a:ext cx="7632000" cy="1637610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791845" y="1878965"/>
            <a:ext cx="7632700" cy="582930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3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867600" y="4363200"/>
            <a:ext cx="2880000" cy="576000"/>
          </a:xfrm>
          <a:prstGeom prst="chevron">
            <a:avLst>
              <a:gd name="adj" fmla="val 30157"/>
            </a:avLst>
          </a:pr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4800000" scaled="0"/>
          </a:gra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37600" y="853200"/>
            <a:ext cx="2779200" cy="925200"/>
          </a:xfrm>
        </p:spPr>
        <p:txBody>
          <a:bodyPr wrap="square" anchor="ctr">
            <a:normAutofit/>
          </a:bodyPr>
          <a:lstStyle>
            <a:lvl1pPr>
              <a:defRPr sz="6000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矩形 3"/>
          <p:cNvSpPr>
            <a:spLocks noChangeAspect="1"/>
          </p:cNvSpPr>
          <p:nvPr userDrawn="1">
            <p:custDataLst>
              <p:tags r:id="rId6"/>
            </p:custDataLst>
          </p:nvPr>
        </p:nvSpPr>
        <p:spPr>
          <a:xfrm flipH="1">
            <a:off x="10922635" y="1105535"/>
            <a:ext cx="179705" cy="17970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5" name="矩形 4"/>
          <p:cNvSpPr>
            <a:spLocks noChangeAspect="1"/>
          </p:cNvSpPr>
          <p:nvPr userDrawn="1">
            <p:custDataLst>
              <p:tags r:id="rId7"/>
            </p:custDataLst>
          </p:nvPr>
        </p:nvSpPr>
        <p:spPr>
          <a:xfrm flipH="1">
            <a:off x="10922635" y="1343660"/>
            <a:ext cx="179705" cy="17970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6" name="矩形 5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 flipH="1">
            <a:off x="10674985" y="1105535"/>
            <a:ext cx="179705" cy="179705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10" name="矩形 9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 flipH="1">
            <a:off x="10674985" y="1343660"/>
            <a:ext cx="179705" cy="179705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11" name="矩形 10"/>
          <p:cNvSpPr>
            <a:spLocks noChangeAspect="1"/>
          </p:cNvSpPr>
          <p:nvPr userDrawn="1">
            <p:custDataLst>
              <p:tags r:id="rId10"/>
            </p:custDataLst>
          </p:nvPr>
        </p:nvSpPr>
        <p:spPr>
          <a:xfrm flipH="1">
            <a:off x="10428605" y="1343660"/>
            <a:ext cx="179705" cy="17970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12" name="矩形 11"/>
          <p:cNvSpPr>
            <a:spLocks noChangeAspect="1"/>
          </p:cNvSpPr>
          <p:nvPr userDrawn="1">
            <p:custDataLst>
              <p:tags r:id="rId11"/>
            </p:custDataLst>
          </p:nvPr>
        </p:nvSpPr>
        <p:spPr>
          <a:xfrm flipH="1">
            <a:off x="10181590" y="1343660"/>
            <a:ext cx="179705" cy="179705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任意多边形: 形状 33"/>
          <p:cNvSpPr/>
          <p:nvPr userDrawn="1">
            <p:custDataLst>
              <p:tags r:id="rId2"/>
            </p:custDataLst>
          </p:nvPr>
        </p:nvSpPr>
        <p:spPr>
          <a:xfrm>
            <a:off x="1027" y="0"/>
            <a:ext cx="3393240" cy="6858000"/>
          </a:xfrm>
          <a:custGeom>
            <a:avLst/>
            <a:gdLst>
              <a:gd name="connsiteX0" fmla="*/ 0 w 3393240"/>
              <a:gd name="connsiteY0" fmla="*/ 0 h 6858000"/>
              <a:gd name="connsiteX1" fmla="*/ 720451 w 3393240"/>
              <a:gd name="connsiteY1" fmla="*/ 1 h 6858000"/>
              <a:gd name="connsiteX2" fmla="*/ 3393240 w 3393240"/>
              <a:gd name="connsiteY2" fmla="*/ 3421015 h 6858000"/>
              <a:gd name="connsiteX3" fmla="*/ 3391382 w 3393240"/>
              <a:gd name="connsiteY3" fmla="*/ 3422466 h 6858000"/>
              <a:gd name="connsiteX4" fmla="*/ 3393239 w 3393240"/>
              <a:gd name="connsiteY4" fmla="*/ 3423917 h 6858000"/>
              <a:gd name="connsiteX5" fmla="*/ 710239 w 3393240"/>
              <a:gd name="connsiteY5" fmla="*/ 6858000 h 6858000"/>
              <a:gd name="connsiteX6" fmla="*/ 0 w 3393240"/>
              <a:gd name="connsiteY6" fmla="*/ 6858000 h 6858000"/>
              <a:gd name="connsiteX7" fmla="*/ 0 w 3393240"/>
              <a:gd name="connsiteY7" fmla="*/ 5754817 h 6858000"/>
              <a:gd name="connsiteX8" fmla="*/ 1822233 w 3393240"/>
              <a:gd name="connsiteY8" fmla="*/ 3422467 h 6858000"/>
              <a:gd name="connsiteX9" fmla="*/ 0 w 3393240"/>
              <a:gd name="connsiteY9" fmla="*/ 1090115 h 6858000"/>
              <a:gd name="connsiteX10" fmla="*/ 0 w 339324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93240" h="6858000">
                <a:moveTo>
                  <a:pt x="0" y="0"/>
                </a:moveTo>
                <a:lnTo>
                  <a:pt x="720451" y="1"/>
                </a:lnTo>
                <a:lnTo>
                  <a:pt x="3393240" y="3421015"/>
                </a:lnTo>
                <a:lnTo>
                  <a:pt x="3391382" y="3422466"/>
                </a:lnTo>
                <a:lnTo>
                  <a:pt x="3393239" y="3423917"/>
                </a:lnTo>
                <a:lnTo>
                  <a:pt x="710239" y="6858000"/>
                </a:lnTo>
                <a:lnTo>
                  <a:pt x="0" y="6858000"/>
                </a:lnTo>
                <a:lnTo>
                  <a:pt x="0" y="5754817"/>
                </a:lnTo>
                <a:lnTo>
                  <a:pt x="1822233" y="3422467"/>
                </a:lnTo>
                <a:lnTo>
                  <a:pt x="0" y="1090115"/>
                </a:lnTo>
                <a:lnTo>
                  <a:pt x="0" y="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alpha val="5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16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3"/>
            </p:custDataLst>
          </p:nvPr>
        </p:nvSpPr>
        <p:spPr>
          <a:xfrm>
            <a:off x="319213" y="1"/>
            <a:ext cx="4253614" cy="6858000"/>
          </a:xfrm>
          <a:custGeom>
            <a:avLst/>
            <a:gdLst>
              <a:gd name="connsiteX0" fmla="*/ 0 w 4253614"/>
              <a:gd name="connsiteY0" fmla="*/ 0 h 6858000"/>
              <a:gd name="connsiteX1" fmla="*/ 1572141 w 4253614"/>
              <a:gd name="connsiteY1" fmla="*/ 0 h 6858000"/>
              <a:gd name="connsiteX2" fmla="*/ 4253613 w 4253614"/>
              <a:gd name="connsiteY2" fmla="*/ 3432127 h 6858000"/>
              <a:gd name="connsiteX3" fmla="*/ 4251756 w 4253614"/>
              <a:gd name="connsiteY3" fmla="*/ 3433579 h 6858000"/>
              <a:gd name="connsiteX4" fmla="*/ 4253614 w 4253614"/>
              <a:gd name="connsiteY4" fmla="*/ 3435029 h 6858000"/>
              <a:gd name="connsiteX5" fmla="*/ 1579296 w 4253614"/>
              <a:gd name="connsiteY5" fmla="*/ 6858000 h 6858000"/>
              <a:gd name="connsiteX6" fmla="*/ 7155 w 4253614"/>
              <a:gd name="connsiteY6" fmla="*/ 6857999 h 6858000"/>
              <a:gd name="connsiteX7" fmla="*/ 2682607 w 4253614"/>
              <a:gd name="connsiteY7" fmla="*/ 3433579 h 6858000"/>
              <a:gd name="connsiteX8" fmla="*/ 0 w 4253614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53614" h="6858000">
                <a:moveTo>
                  <a:pt x="0" y="0"/>
                </a:moveTo>
                <a:lnTo>
                  <a:pt x="1572141" y="0"/>
                </a:lnTo>
                <a:lnTo>
                  <a:pt x="4253613" y="3432127"/>
                </a:lnTo>
                <a:lnTo>
                  <a:pt x="4251756" y="3433579"/>
                </a:lnTo>
                <a:lnTo>
                  <a:pt x="4253614" y="3435029"/>
                </a:lnTo>
                <a:lnTo>
                  <a:pt x="1579296" y="6858000"/>
                </a:lnTo>
                <a:lnTo>
                  <a:pt x="7155" y="6857999"/>
                </a:lnTo>
                <a:lnTo>
                  <a:pt x="2682607" y="34335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  <p:sp>
        <p:nvSpPr>
          <p:cNvPr id="37" name="任意多边形: 形状 36"/>
          <p:cNvSpPr/>
          <p:nvPr userDrawn="1">
            <p:custDataLst>
              <p:tags r:id="rId4"/>
            </p:custDataLst>
          </p:nvPr>
        </p:nvSpPr>
        <p:spPr>
          <a:xfrm>
            <a:off x="1026" y="0"/>
            <a:ext cx="3856790" cy="6858000"/>
          </a:xfrm>
          <a:custGeom>
            <a:avLst/>
            <a:gdLst>
              <a:gd name="connsiteX0" fmla="*/ 1183999 w 3856790"/>
              <a:gd name="connsiteY0" fmla="*/ 0 h 6858000"/>
              <a:gd name="connsiteX1" fmla="*/ 3856790 w 3856790"/>
              <a:gd name="connsiteY1" fmla="*/ 3421016 h 6858000"/>
              <a:gd name="connsiteX2" fmla="*/ 3854932 w 3856790"/>
              <a:gd name="connsiteY2" fmla="*/ 3422467 h 6858000"/>
              <a:gd name="connsiteX3" fmla="*/ 3856789 w 3856790"/>
              <a:gd name="connsiteY3" fmla="*/ 3423919 h 6858000"/>
              <a:gd name="connsiteX4" fmla="*/ 1173791 w 3856790"/>
              <a:gd name="connsiteY4" fmla="*/ 6858000 h 6858000"/>
              <a:gd name="connsiteX5" fmla="*/ 0 w 3856790"/>
              <a:gd name="connsiteY5" fmla="*/ 6858000 h 6858000"/>
              <a:gd name="connsiteX6" fmla="*/ 0 w 3856790"/>
              <a:gd name="connsiteY6" fmla="*/ 6348134 h 6858000"/>
              <a:gd name="connsiteX7" fmla="*/ 2285782 w 3856790"/>
              <a:gd name="connsiteY7" fmla="*/ 3422467 h 6858000"/>
              <a:gd name="connsiteX8" fmla="*/ 0 w 3856790"/>
              <a:gd name="connsiteY8" fmla="*/ 496800 h 6858000"/>
              <a:gd name="connsiteX9" fmla="*/ 0 w 3856790"/>
              <a:gd name="connsiteY9" fmla="*/ 1 h 6858000"/>
              <a:gd name="connsiteX10" fmla="*/ 1183999 w 385679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856790" h="6858000">
                <a:moveTo>
                  <a:pt x="1183999" y="0"/>
                </a:moveTo>
                <a:lnTo>
                  <a:pt x="3856790" y="3421016"/>
                </a:lnTo>
                <a:lnTo>
                  <a:pt x="3854932" y="3422467"/>
                </a:lnTo>
                <a:lnTo>
                  <a:pt x="3856789" y="3423919"/>
                </a:lnTo>
                <a:lnTo>
                  <a:pt x="1173791" y="6858000"/>
                </a:lnTo>
                <a:lnTo>
                  <a:pt x="0" y="6858000"/>
                </a:lnTo>
                <a:lnTo>
                  <a:pt x="0" y="6348134"/>
                </a:lnTo>
                <a:lnTo>
                  <a:pt x="2285782" y="3422467"/>
                </a:lnTo>
                <a:lnTo>
                  <a:pt x="0" y="496800"/>
                </a:lnTo>
                <a:lnTo>
                  <a:pt x="0" y="1"/>
                </a:lnTo>
                <a:lnTo>
                  <a:pt x="1183999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  <p:sp>
        <p:nvSpPr>
          <p:cNvPr id="7" name="矩形 6"/>
          <p:cNvSpPr>
            <a:spLocks noChangeAspect="1"/>
          </p:cNvSpPr>
          <p:nvPr userDrawn="1">
            <p:custDataLst>
              <p:tags r:id="rId5"/>
            </p:custDataLst>
          </p:nvPr>
        </p:nvSpPr>
        <p:spPr>
          <a:xfrm flipH="1">
            <a:off x="11382893" y="5866374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9" name="矩形 8"/>
          <p:cNvSpPr>
            <a:spLocks noChangeAspect="1"/>
          </p:cNvSpPr>
          <p:nvPr userDrawn="1">
            <p:custDataLst>
              <p:tags r:id="rId6"/>
            </p:custDataLst>
          </p:nvPr>
        </p:nvSpPr>
        <p:spPr>
          <a:xfrm flipH="1">
            <a:off x="11382893" y="6104504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10" name="矩形 9"/>
          <p:cNvSpPr>
            <a:spLocks noChangeAspect="1"/>
          </p:cNvSpPr>
          <p:nvPr userDrawn="1">
            <p:custDataLst>
              <p:tags r:id="rId7"/>
            </p:custDataLst>
          </p:nvPr>
        </p:nvSpPr>
        <p:spPr>
          <a:xfrm flipH="1">
            <a:off x="11135238" y="5866374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11" name="矩形 10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 flipH="1">
            <a:off x="11135238" y="6104504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12" name="矩形 11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 flipH="1">
            <a:off x="10888956" y="6104504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13" name="矩形 12"/>
          <p:cNvSpPr>
            <a:spLocks noChangeAspect="1"/>
          </p:cNvSpPr>
          <p:nvPr userDrawn="1">
            <p:custDataLst>
              <p:tags r:id="rId10"/>
            </p:custDataLst>
          </p:nvPr>
        </p:nvSpPr>
        <p:spPr>
          <a:xfrm flipH="1">
            <a:off x="10641837" y="6104504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14" name="矩形 13"/>
          <p:cNvSpPr/>
          <p:nvPr userDrawn="1">
            <p:custDataLst>
              <p:tags r:id="rId11"/>
            </p:custDataLst>
          </p:nvPr>
        </p:nvSpPr>
        <p:spPr>
          <a:xfrm flipH="1">
            <a:off x="5564051" y="3197355"/>
            <a:ext cx="2484000" cy="18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436000" y="3600000"/>
            <a:ext cx="6534000" cy="2055600"/>
          </a:xfrm>
        </p:spPr>
        <p:txBody>
          <a:bodyPr wrap="square" anchor="t">
            <a:normAutofit/>
          </a:bodyPr>
          <a:lstStyle>
            <a:lvl1pPr algn="l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5436000" y="2005200"/>
            <a:ext cx="3895200" cy="831600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48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31"/>
          <p:cNvSpPr/>
          <p:nvPr userDrawn="1">
            <p:custDataLst>
              <p:tags r:id="rId2"/>
            </p:custDataLst>
          </p:nvPr>
        </p:nvSpPr>
        <p:spPr>
          <a:xfrm>
            <a:off x="1710632" y="0"/>
            <a:ext cx="4326440" cy="6857999"/>
          </a:xfrm>
          <a:custGeom>
            <a:avLst/>
            <a:gdLst>
              <a:gd name="connsiteX0" fmla="*/ 2601428 w 4326440"/>
              <a:gd name="connsiteY0" fmla="*/ 0 h 6857999"/>
              <a:gd name="connsiteX1" fmla="*/ 4173514 w 4326440"/>
              <a:gd name="connsiteY1" fmla="*/ 0 h 6857999"/>
              <a:gd name="connsiteX2" fmla="*/ 1570981 w 4326440"/>
              <a:gd name="connsiteY2" fmla="*/ 3331090 h 6857999"/>
              <a:gd name="connsiteX3" fmla="*/ 4326440 w 4326440"/>
              <a:gd name="connsiteY3" fmla="*/ 6857999 h 6857999"/>
              <a:gd name="connsiteX4" fmla="*/ 2754297 w 4326440"/>
              <a:gd name="connsiteY4" fmla="*/ 6857999 h 6857999"/>
              <a:gd name="connsiteX5" fmla="*/ 1 w 4326440"/>
              <a:gd name="connsiteY5" fmla="*/ 3332577 h 6857999"/>
              <a:gd name="connsiteX6" fmla="*/ 1858 w 4326440"/>
              <a:gd name="connsiteY6" fmla="*/ 3331127 h 6857999"/>
              <a:gd name="connsiteX7" fmla="*/ 0 w 4326440"/>
              <a:gd name="connsiteY7" fmla="*/ 3329676 h 6857999"/>
              <a:gd name="connsiteX8" fmla="*/ 2601428 w 432644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26440" h="6857999">
                <a:moveTo>
                  <a:pt x="2601428" y="0"/>
                </a:moveTo>
                <a:lnTo>
                  <a:pt x="4173514" y="0"/>
                </a:lnTo>
                <a:lnTo>
                  <a:pt x="1570981" y="3331090"/>
                </a:lnTo>
                <a:lnTo>
                  <a:pt x="4326440" y="6857999"/>
                </a:lnTo>
                <a:lnTo>
                  <a:pt x="2754297" y="6857999"/>
                </a:lnTo>
                <a:lnTo>
                  <a:pt x="1" y="3332577"/>
                </a:lnTo>
                <a:lnTo>
                  <a:pt x="1858" y="3331127"/>
                </a:lnTo>
                <a:lnTo>
                  <a:pt x="0" y="3329676"/>
                </a:lnTo>
                <a:lnTo>
                  <a:pt x="2601428" y="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alpha val="5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16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5" name="任意多边形: 形状 34"/>
          <p:cNvSpPr/>
          <p:nvPr userDrawn="1">
            <p:custDataLst>
              <p:tags r:id="rId3"/>
            </p:custDataLst>
          </p:nvPr>
        </p:nvSpPr>
        <p:spPr>
          <a:xfrm>
            <a:off x="532072" y="0"/>
            <a:ext cx="4317512" cy="6857999"/>
          </a:xfrm>
          <a:custGeom>
            <a:avLst/>
            <a:gdLst>
              <a:gd name="connsiteX0" fmla="*/ 2610358 w 4317512"/>
              <a:gd name="connsiteY0" fmla="*/ 0 h 6857999"/>
              <a:gd name="connsiteX1" fmla="*/ 4182444 w 4317512"/>
              <a:gd name="connsiteY1" fmla="*/ 1 h 6857999"/>
              <a:gd name="connsiteX2" fmla="*/ 1570981 w 4317512"/>
              <a:gd name="connsiteY2" fmla="*/ 3342521 h 6857999"/>
              <a:gd name="connsiteX3" fmla="*/ 4317512 w 4317512"/>
              <a:gd name="connsiteY3" fmla="*/ 6857999 h 6857999"/>
              <a:gd name="connsiteX4" fmla="*/ 2745367 w 4317512"/>
              <a:gd name="connsiteY4" fmla="*/ 6857999 h 6857999"/>
              <a:gd name="connsiteX5" fmla="*/ 1 w 4317512"/>
              <a:gd name="connsiteY5" fmla="*/ 3344008 h 6857999"/>
              <a:gd name="connsiteX6" fmla="*/ 1858 w 4317512"/>
              <a:gd name="connsiteY6" fmla="*/ 3342558 h 6857999"/>
              <a:gd name="connsiteX7" fmla="*/ 0 w 4317512"/>
              <a:gd name="connsiteY7" fmla="*/ 3341106 h 6857999"/>
              <a:gd name="connsiteX8" fmla="*/ 2610358 w 4317512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17512" h="6857999">
                <a:moveTo>
                  <a:pt x="2610358" y="0"/>
                </a:moveTo>
                <a:lnTo>
                  <a:pt x="4182444" y="1"/>
                </a:lnTo>
                <a:lnTo>
                  <a:pt x="1570981" y="3342521"/>
                </a:lnTo>
                <a:lnTo>
                  <a:pt x="4317512" y="6857999"/>
                </a:lnTo>
                <a:lnTo>
                  <a:pt x="2745367" y="6857999"/>
                </a:lnTo>
                <a:lnTo>
                  <a:pt x="1" y="3344008"/>
                </a:lnTo>
                <a:lnTo>
                  <a:pt x="1858" y="3342558"/>
                </a:lnTo>
                <a:lnTo>
                  <a:pt x="0" y="3341106"/>
                </a:lnTo>
                <a:lnTo>
                  <a:pt x="2610358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  <p:sp>
        <p:nvSpPr>
          <p:cNvPr id="38" name="任意多边形: 形状 37"/>
          <p:cNvSpPr/>
          <p:nvPr userDrawn="1">
            <p:custDataLst>
              <p:tags r:id="rId4"/>
            </p:custDataLst>
          </p:nvPr>
        </p:nvSpPr>
        <p:spPr>
          <a:xfrm>
            <a:off x="1247082" y="0"/>
            <a:ext cx="4326440" cy="6857999"/>
          </a:xfrm>
          <a:custGeom>
            <a:avLst/>
            <a:gdLst>
              <a:gd name="connsiteX0" fmla="*/ 2601429 w 4326440"/>
              <a:gd name="connsiteY0" fmla="*/ 0 h 6857999"/>
              <a:gd name="connsiteX1" fmla="*/ 4173514 w 4326440"/>
              <a:gd name="connsiteY1" fmla="*/ 0 h 6857999"/>
              <a:gd name="connsiteX2" fmla="*/ 1570981 w 4326440"/>
              <a:gd name="connsiteY2" fmla="*/ 3331090 h 6857999"/>
              <a:gd name="connsiteX3" fmla="*/ 4326440 w 4326440"/>
              <a:gd name="connsiteY3" fmla="*/ 6857999 h 6857999"/>
              <a:gd name="connsiteX4" fmla="*/ 2754297 w 4326440"/>
              <a:gd name="connsiteY4" fmla="*/ 6857999 h 6857999"/>
              <a:gd name="connsiteX5" fmla="*/ 1 w 4326440"/>
              <a:gd name="connsiteY5" fmla="*/ 3332577 h 6857999"/>
              <a:gd name="connsiteX6" fmla="*/ 1857 w 4326440"/>
              <a:gd name="connsiteY6" fmla="*/ 3331127 h 6857999"/>
              <a:gd name="connsiteX7" fmla="*/ 0 w 4326440"/>
              <a:gd name="connsiteY7" fmla="*/ 3329676 h 6857999"/>
              <a:gd name="connsiteX8" fmla="*/ 2601429 w 432644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26440" h="6857999">
                <a:moveTo>
                  <a:pt x="2601429" y="0"/>
                </a:moveTo>
                <a:lnTo>
                  <a:pt x="4173514" y="0"/>
                </a:lnTo>
                <a:lnTo>
                  <a:pt x="1570981" y="3331090"/>
                </a:lnTo>
                <a:lnTo>
                  <a:pt x="4326440" y="6857999"/>
                </a:lnTo>
                <a:lnTo>
                  <a:pt x="2754297" y="6857999"/>
                </a:lnTo>
                <a:lnTo>
                  <a:pt x="1" y="3332577"/>
                </a:lnTo>
                <a:lnTo>
                  <a:pt x="1857" y="3331127"/>
                </a:lnTo>
                <a:lnTo>
                  <a:pt x="0" y="3329676"/>
                </a:lnTo>
                <a:lnTo>
                  <a:pt x="2601429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  <p:sp>
        <p:nvSpPr>
          <p:cNvPr id="7" name="矩形 6"/>
          <p:cNvSpPr>
            <a:spLocks noChangeAspect="1"/>
          </p:cNvSpPr>
          <p:nvPr userDrawn="1">
            <p:custDataLst>
              <p:tags r:id="rId5"/>
            </p:custDataLst>
          </p:nvPr>
        </p:nvSpPr>
        <p:spPr>
          <a:xfrm flipH="1">
            <a:off x="11382893" y="5866374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8" name="矩形 7"/>
          <p:cNvSpPr>
            <a:spLocks noChangeAspect="1"/>
          </p:cNvSpPr>
          <p:nvPr userDrawn="1">
            <p:custDataLst>
              <p:tags r:id="rId6"/>
            </p:custDataLst>
          </p:nvPr>
        </p:nvSpPr>
        <p:spPr>
          <a:xfrm flipH="1">
            <a:off x="11382893" y="6104504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9" name="矩形 8"/>
          <p:cNvSpPr>
            <a:spLocks noChangeAspect="1"/>
          </p:cNvSpPr>
          <p:nvPr userDrawn="1">
            <p:custDataLst>
              <p:tags r:id="rId7"/>
            </p:custDataLst>
          </p:nvPr>
        </p:nvSpPr>
        <p:spPr>
          <a:xfrm flipH="1">
            <a:off x="11135238" y="5866374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11" name="矩形 10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 flipH="1">
            <a:off x="11135238" y="6104504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12" name="矩形 11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 flipH="1">
            <a:off x="10888956" y="6104504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13" name="矩形 12"/>
          <p:cNvSpPr>
            <a:spLocks noChangeAspect="1"/>
          </p:cNvSpPr>
          <p:nvPr userDrawn="1">
            <p:custDataLst>
              <p:tags r:id="rId10"/>
            </p:custDataLst>
          </p:nvPr>
        </p:nvSpPr>
        <p:spPr>
          <a:xfrm flipH="1">
            <a:off x="10641837" y="6104504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11"/>
            </p:custDataLst>
          </p:nvPr>
        </p:nvSpPr>
        <p:spPr>
          <a:xfrm>
            <a:off x="4593600" y="2671200"/>
            <a:ext cx="5997600" cy="1548000"/>
          </a:xfrm>
        </p:spPr>
        <p:txBody>
          <a:bodyPr wrap="square" anchor="t">
            <a:normAutofit/>
          </a:bodyPr>
          <a:lstStyle>
            <a:lvl1pPr algn="r">
              <a:lnSpc>
                <a:spcPct val="100000"/>
              </a:lnSpc>
              <a:defRPr sz="6600"/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  <p:custDataLst>
              <p:tags r:id="rId12"/>
            </p:custDataLst>
          </p:nvPr>
        </p:nvSpPr>
        <p:spPr>
          <a:xfrm>
            <a:off x="4594225" y="1918970"/>
            <a:ext cx="5996940" cy="521970"/>
          </a:xfrm>
        </p:spPr>
        <p:txBody>
          <a:bodyPr wrap="square"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28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1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6"/>
            </p:custDataLst>
          </p:nvPr>
        </p:nvSpPr>
        <p:spPr>
          <a:xfrm flipH="1">
            <a:off x="7650000" y="4446000"/>
            <a:ext cx="2851200" cy="576000"/>
          </a:xfrm>
          <a:prstGeom prst="chevron">
            <a:avLst>
              <a:gd name="adj" fmla="val 36771"/>
            </a:avLst>
          </a:pr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4800000" scaled="0"/>
          </a:gra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6" Type="http://schemas.openxmlformats.org/officeDocument/2006/relationships/theme" Target="../theme/theme2.xml"/><Relationship Id="rId25" Type="http://schemas.openxmlformats.org/officeDocument/2006/relationships/tags" Target="../tags/tag104.xml"/><Relationship Id="rId24" Type="http://schemas.openxmlformats.org/officeDocument/2006/relationships/tags" Target="../tags/tag103.xml"/><Relationship Id="rId23" Type="http://schemas.openxmlformats.org/officeDocument/2006/relationships/tags" Target="../tags/tag102.xml"/><Relationship Id="rId22" Type="http://schemas.openxmlformats.org/officeDocument/2006/relationships/tags" Target="../tags/tag101.xml"/><Relationship Id="rId21" Type="http://schemas.openxmlformats.org/officeDocument/2006/relationships/tags" Target="../tags/tag100.xml"/><Relationship Id="rId20" Type="http://schemas.openxmlformats.org/officeDocument/2006/relationships/tags" Target="../tags/tag99.xml"/><Relationship Id="rId2" Type="http://schemas.openxmlformats.org/officeDocument/2006/relationships/slideLayout" Target="../slideLayouts/slideLayout3.xml"/><Relationship Id="rId19" Type="http://schemas.openxmlformats.org/officeDocument/2006/relationships/tags" Target="../tags/tag98.xml"/><Relationship Id="rId18" Type="http://schemas.openxmlformats.org/officeDocument/2006/relationships/tags" Target="../tags/tag97.xml"/><Relationship Id="rId17" Type="http://schemas.openxmlformats.org/officeDocument/2006/relationships/tags" Target="../tags/tag96.xml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任意多边形: 形状 27"/>
          <p:cNvSpPr/>
          <p:nvPr userDrawn="1">
            <p:custDataLst>
              <p:tags r:id="rId12"/>
            </p:custDataLst>
          </p:nvPr>
        </p:nvSpPr>
        <p:spPr>
          <a:xfrm>
            <a:off x="6917887" y="2"/>
            <a:ext cx="2686050" cy="6858000"/>
          </a:xfrm>
          <a:custGeom>
            <a:avLst/>
            <a:gdLst>
              <a:gd name="connsiteX0" fmla="*/ 23 w 4230"/>
              <a:gd name="connsiteY0" fmla="*/ 10800 h 10800"/>
              <a:gd name="connsiteX1" fmla="*/ 4230 w 4230"/>
              <a:gd name="connsiteY1" fmla="*/ 5414 h 10800"/>
              <a:gd name="connsiteX2" fmla="*/ 0 w 4230"/>
              <a:gd name="connsiteY2" fmla="*/ 0 h 1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0" h="10800">
                <a:moveTo>
                  <a:pt x="23" y="10800"/>
                </a:moveTo>
                <a:lnTo>
                  <a:pt x="4230" y="5414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>
                    <a:alpha val="3000"/>
                  </a:schemeClr>
                </a:gs>
                <a:gs pos="100000">
                  <a:schemeClr val="accent1">
                    <a:alpha val="8000"/>
                  </a:schemeClr>
                </a:gs>
              </a:gsLst>
              <a:lin ang="516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13"/>
            </p:custDataLst>
          </p:nvPr>
        </p:nvSpPr>
        <p:spPr>
          <a:xfrm>
            <a:off x="7916756" y="0"/>
            <a:ext cx="4124960" cy="6858000"/>
          </a:xfrm>
          <a:custGeom>
            <a:avLst/>
            <a:gdLst>
              <a:gd name="connsiteX0" fmla="*/ 2249 w 6496"/>
              <a:gd name="connsiteY0" fmla="*/ 0 h 10800"/>
              <a:gd name="connsiteX1" fmla="*/ 6496 w 6496"/>
              <a:gd name="connsiteY1" fmla="*/ 5436 h 10800"/>
              <a:gd name="connsiteX2" fmla="*/ 6492 w 6496"/>
              <a:gd name="connsiteY2" fmla="*/ 5438 h 10800"/>
              <a:gd name="connsiteX3" fmla="*/ 6496 w 6496"/>
              <a:gd name="connsiteY3" fmla="*/ 5441 h 10800"/>
              <a:gd name="connsiteX4" fmla="*/ 2309 w 6496"/>
              <a:gd name="connsiteY4" fmla="*/ 10800 h 10800"/>
              <a:gd name="connsiteX5" fmla="*/ 26 w 6496"/>
              <a:gd name="connsiteY5" fmla="*/ 10800 h 10800"/>
              <a:gd name="connsiteX6" fmla="*/ 4230 w 6496"/>
              <a:gd name="connsiteY6" fmla="*/ 5420 h 10800"/>
              <a:gd name="connsiteX7" fmla="*/ 4226 w 6496"/>
              <a:gd name="connsiteY7" fmla="*/ 5417 h 10800"/>
              <a:gd name="connsiteX8" fmla="*/ 4230 w 6496"/>
              <a:gd name="connsiteY8" fmla="*/ 5414 h 10800"/>
              <a:gd name="connsiteX9" fmla="*/ 0 w 6496"/>
              <a:gd name="connsiteY9" fmla="*/ 0 h 1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6" h="10800">
                <a:moveTo>
                  <a:pt x="2249" y="0"/>
                </a:moveTo>
                <a:lnTo>
                  <a:pt x="6496" y="5436"/>
                </a:lnTo>
                <a:lnTo>
                  <a:pt x="6492" y="5438"/>
                </a:lnTo>
                <a:lnTo>
                  <a:pt x="6496" y="5441"/>
                </a:lnTo>
                <a:lnTo>
                  <a:pt x="2309" y="10800"/>
                </a:lnTo>
                <a:lnTo>
                  <a:pt x="26" y="10800"/>
                </a:lnTo>
                <a:lnTo>
                  <a:pt x="4230" y="5420"/>
                </a:lnTo>
                <a:lnTo>
                  <a:pt x="4226" y="5417"/>
                </a:lnTo>
                <a:lnTo>
                  <a:pt x="4230" y="5414"/>
                </a:lnTo>
                <a:lnTo>
                  <a:pt x="0" y="0"/>
                </a:lnTo>
              </a:path>
            </a:pathLst>
          </a:custGeom>
          <a:gradFill>
            <a:gsLst>
              <a:gs pos="0">
                <a:schemeClr val="accent1">
                  <a:alpha val="3000"/>
                </a:schemeClr>
              </a:gs>
              <a:gs pos="80000">
                <a:schemeClr val="accent1">
                  <a:alpha val="3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  <p:sp>
        <p:nvSpPr>
          <p:cNvPr id="12" name="矩形 11"/>
          <p:cNvSpPr>
            <a:spLocks noChangeAspect="1"/>
          </p:cNvSpPr>
          <p:nvPr userDrawn="1">
            <p:custDataLst>
              <p:tags r:id="rId14"/>
            </p:custDataLst>
          </p:nvPr>
        </p:nvSpPr>
        <p:spPr>
          <a:xfrm>
            <a:off x="295210" y="6205991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13" name="矩形 12"/>
          <p:cNvSpPr>
            <a:spLocks noChangeAspect="1"/>
          </p:cNvSpPr>
          <p:nvPr userDrawn="1">
            <p:custDataLst>
              <p:tags r:id="rId15"/>
            </p:custDataLst>
          </p:nvPr>
        </p:nvSpPr>
        <p:spPr>
          <a:xfrm>
            <a:off x="295210" y="6444121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14" name="矩形 13"/>
          <p:cNvSpPr>
            <a:spLocks noChangeAspect="1"/>
          </p:cNvSpPr>
          <p:nvPr userDrawn="1">
            <p:custDataLst>
              <p:tags r:id="rId16"/>
            </p:custDataLst>
          </p:nvPr>
        </p:nvSpPr>
        <p:spPr>
          <a:xfrm>
            <a:off x="542865" y="6205991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15" name="矩形 14"/>
          <p:cNvSpPr>
            <a:spLocks noChangeAspect="1"/>
          </p:cNvSpPr>
          <p:nvPr userDrawn="1">
            <p:custDataLst>
              <p:tags r:id="rId17"/>
            </p:custDataLst>
          </p:nvPr>
        </p:nvSpPr>
        <p:spPr>
          <a:xfrm>
            <a:off x="542865" y="6444121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16" name="矩形 15"/>
          <p:cNvSpPr>
            <a:spLocks noChangeAspect="1"/>
          </p:cNvSpPr>
          <p:nvPr userDrawn="1">
            <p:custDataLst>
              <p:tags r:id="rId18"/>
            </p:custDataLst>
          </p:nvPr>
        </p:nvSpPr>
        <p:spPr>
          <a:xfrm>
            <a:off x="789147" y="6444121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17" name="矩形 16"/>
          <p:cNvSpPr>
            <a:spLocks noChangeAspect="1"/>
          </p:cNvSpPr>
          <p:nvPr userDrawn="1">
            <p:custDataLst>
              <p:tags r:id="rId19"/>
            </p:custDataLst>
          </p:nvPr>
        </p:nvSpPr>
        <p:spPr>
          <a:xfrm>
            <a:off x="1036266" y="6444121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4.xml"/><Relationship Id="rId10" Type="http://schemas.openxmlformats.org/officeDocument/2006/relationships/tags" Target="../tags/tag118.xml"/><Relationship Id="rId1" Type="http://schemas.openxmlformats.org/officeDocument/2006/relationships/tags" Target="../tags/tag109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5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4" Type="http://schemas.openxmlformats.org/officeDocument/2006/relationships/notesSlide" Target="../notesSlides/notesSlide4.xml"/><Relationship Id="rId23" Type="http://schemas.openxmlformats.org/officeDocument/2006/relationships/slideLayout" Target="../slideLayouts/slideLayout9.xml"/><Relationship Id="rId22" Type="http://schemas.openxmlformats.org/officeDocument/2006/relationships/tags" Target="../tags/tag143.xml"/><Relationship Id="rId21" Type="http://schemas.openxmlformats.org/officeDocument/2006/relationships/tags" Target="../tags/tag142.xml"/><Relationship Id="rId20" Type="http://schemas.openxmlformats.org/officeDocument/2006/relationships/tags" Target="../tags/tag141.xml"/><Relationship Id="rId2" Type="http://schemas.openxmlformats.org/officeDocument/2006/relationships/tags" Target="../tags/tag123.xml"/><Relationship Id="rId19" Type="http://schemas.openxmlformats.org/officeDocument/2006/relationships/tags" Target="../tags/tag140.xml"/><Relationship Id="rId18" Type="http://schemas.openxmlformats.org/officeDocument/2006/relationships/tags" Target="../tags/tag139.xml"/><Relationship Id="rId17" Type="http://schemas.openxmlformats.org/officeDocument/2006/relationships/tags" Target="../tags/tag138.xml"/><Relationship Id="rId16" Type="http://schemas.openxmlformats.org/officeDocument/2006/relationships/tags" Target="../tags/tag137.xml"/><Relationship Id="rId15" Type="http://schemas.openxmlformats.org/officeDocument/2006/relationships/tags" Target="../tags/tag136.xml"/><Relationship Id="rId14" Type="http://schemas.openxmlformats.org/officeDocument/2006/relationships/tags" Target="../tags/tag135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tags" Target="../tags/tag12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7" Type="http://schemas.openxmlformats.org/officeDocument/2006/relationships/notesSlide" Target="../notesSlides/notesSlide5.xml"/><Relationship Id="rId26" Type="http://schemas.openxmlformats.org/officeDocument/2006/relationships/slideLayout" Target="../slideLayouts/slideLayout9.xml"/><Relationship Id="rId25" Type="http://schemas.openxmlformats.org/officeDocument/2006/relationships/tags" Target="../tags/tag168.xml"/><Relationship Id="rId24" Type="http://schemas.openxmlformats.org/officeDocument/2006/relationships/tags" Target="../tags/tag167.xml"/><Relationship Id="rId23" Type="http://schemas.openxmlformats.org/officeDocument/2006/relationships/tags" Target="../tags/tag166.xml"/><Relationship Id="rId22" Type="http://schemas.openxmlformats.org/officeDocument/2006/relationships/tags" Target="../tags/tag165.xml"/><Relationship Id="rId21" Type="http://schemas.openxmlformats.org/officeDocument/2006/relationships/tags" Target="../tags/tag164.xml"/><Relationship Id="rId20" Type="http://schemas.openxmlformats.org/officeDocument/2006/relationships/tags" Target="../tags/tag163.xml"/><Relationship Id="rId2" Type="http://schemas.openxmlformats.org/officeDocument/2006/relationships/tags" Target="../tags/tag145.xml"/><Relationship Id="rId19" Type="http://schemas.openxmlformats.org/officeDocument/2006/relationships/tags" Target="../tags/tag162.xml"/><Relationship Id="rId18" Type="http://schemas.openxmlformats.org/officeDocument/2006/relationships/tags" Target="../tags/tag161.xml"/><Relationship Id="rId17" Type="http://schemas.openxmlformats.org/officeDocument/2006/relationships/tags" Target="../tags/tag160.xml"/><Relationship Id="rId16" Type="http://schemas.openxmlformats.org/officeDocument/2006/relationships/tags" Target="../tags/tag159.xml"/><Relationship Id="rId15" Type="http://schemas.openxmlformats.org/officeDocument/2006/relationships/tags" Target="../tags/tag158.xml"/><Relationship Id="rId14" Type="http://schemas.openxmlformats.org/officeDocument/2006/relationships/tags" Target="../tags/tag157.xml"/><Relationship Id="rId13" Type="http://schemas.openxmlformats.org/officeDocument/2006/relationships/tags" Target="../tags/tag156.xml"/><Relationship Id="rId12" Type="http://schemas.openxmlformats.org/officeDocument/2006/relationships/tags" Target="../tags/tag155.xml"/><Relationship Id="rId11" Type="http://schemas.openxmlformats.org/officeDocument/2006/relationships/tags" Target="../tags/tag154.xml"/><Relationship Id="rId10" Type="http://schemas.openxmlformats.org/officeDocument/2006/relationships/tags" Target="../tags/tag153.xml"/><Relationship Id="rId1" Type="http://schemas.openxmlformats.org/officeDocument/2006/relationships/tags" Target="../tags/tag14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77.xml"/><Relationship Id="rId8" Type="http://schemas.openxmlformats.org/officeDocument/2006/relationships/tags" Target="../tags/tag176.xml"/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6" Type="http://schemas.openxmlformats.org/officeDocument/2006/relationships/notesSlide" Target="../notesSlides/notesSlide6.xml"/><Relationship Id="rId25" Type="http://schemas.openxmlformats.org/officeDocument/2006/relationships/slideLayout" Target="../slideLayouts/slideLayout9.xml"/><Relationship Id="rId24" Type="http://schemas.openxmlformats.org/officeDocument/2006/relationships/tags" Target="../tags/tag192.xml"/><Relationship Id="rId23" Type="http://schemas.openxmlformats.org/officeDocument/2006/relationships/tags" Target="../tags/tag191.xml"/><Relationship Id="rId22" Type="http://schemas.openxmlformats.org/officeDocument/2006/relationships/tags" Target="../tags/tag190.xml"/><Relationship Id="rId21" Type="http://schemas.openxmlformats.org/officeDocument/2006/relationships/tags" Target="../tags/tag189.xml"/><Relationship Id="rId20" Type="http://schemas.openxmlformats.org/officeDocument/2006/relationships/tags" Target="../tags/tag188.xml"/><Relationship Id="rId2" Type="http://schemas.openxmlformats.org/officeDocument/2006/relationships/tags" Target="../tags/tag170.xml"/><Relationship Id="rId19" Type="http://schemas.openxmlformats.org/officeDocument/2006/relationships/tags" Target="../tags/tag187.xml"/><Relationship Id="rId18" Type="http://schemas.openxmlformats.org/officeDocument/2006/relationships/tags" Target="../tags/tag186.xml"/><Relationship Id="rId17" Type="http://schemas.openxmlformats.org/officeDocument/2006/relationships/tags" Target="../tags/tag185.xml"/><Relationship Id="rId16" Type="http://schemas.openxmlformats.org/officeDocument/2006/relationships/tags" Target="../tags/tag184.xml"/><Relationship Id="rId15" Type="http://schemas.openxmlformats.org/officeDocument/2006/relationships/tags" Target="../tags/tag183.xml"/><Relationship Id="rId14" Type="http://schemas.openxmlformats.org/officeDocument/2006/relationships/tags" Target="../tags/tag182.xml"/><Relationship Id="rId13" Type="http://schemas.openxmlformats.org/officeDocument/2006/relationships/tags" Target="../tags/tag181.xml"/><Relationship Id="rId12" Type="http://schemas.openxmlformats.org/officeDocument/2006/relationships/tags" Target="../tags/tag180.xml"/><Relationship Id="rId11" Type="http://schemas.openxmlformats.org/officeDocument/2006/relationships/tags" Target="../tags/tag179.xml"/><Relationship Id="rId10" Type="http://schemas.openxmlformats.org/officeDocument/2006/relationships/tags" Target="../tags/tag178.xml"/><Relationship Id="rId1" Type="http://schemas.openxmlformats.org/officeDocument/2006/relationships/tags" Target="../tags/tag169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5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" Type="http://schemas.openxmlformats.org/officeDocument/2006/relationships/tags" Target="../tags/tag19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04.xml"/><Relationship Id="rId8" Type="http://schemas.openxmlformats.org/officeDocument/2006/relationships/tags" Target="../tags/tag203.xml"/><Relationship Id="rId7" Type="http://schemas.openxmlformats.org/officeDocument/2006/relationships/tags" Target="../tags/tag202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Relationship Id="rId31" Type="http://schemas.openxmlformats.org/officeDocument/2006/relationships/notesSlide" Target="../notesSlides/notesSlide8.xml"/><Relationship Id="rId30" Type="http://schemas.openxmlformats.org/officeDocument/2006/relationships/slideLayout" Target="../slideLayouts/slideLayout9.xml"/><Relationship Id="rId3" Type="http://schemas.openxmlformats.org/officeDocument/2006/relationships/tags" Target="../tags/tag198.xml"/><Relationship Id="rId29" Type="http://schemas.openxmlformats.org/officeDocument/2006/relationships/tags" Target="../tags/tag224.xml"/><Relationship Id="rId28" Type="http://schemas.openxmlformats.org/officeDocument/2006/relationships/tags" Target="../tags/tag223.xml"/><Relationship Id="rId27" Type="http://schemas.openxmlformats.org/officeDocument/2006/relationships/tags" Target="../tags/tag222.xml"/><Relationship Id="rId26" Type="http://schemas.openxmlformats.org/officeDocument/2006/relationships/tags" Target="../tags/tag221.xml"/><Relationship Id="rId25" Type="http://schemas.openxmlformats.org/officeDocument/2006/relationships/tags" Target="../tags/tag220.xml"/><Relationship Id="rId24" Type="http://schemas.openxmlformats.org/officeDocument/2006/relationships/tags" Target="../tags/tag219.xml"/><Relationship Id="rId23" Type="http://schemas.openxmlformats.org/officeDocument/2006/relationships/tags" Target="../tags/tag218.xml"/><Relationship Id="rId22" Type="http://schemas.openxmlformats.org/officeDocument/2006/relationships/tags" Target="../tags/tag217.xml"/><Relationship Id="rId21" Type="http://schemas.openxmlformats.org/officeDocument/2006/relationships/tags" Target="../tags/tag216.xml"/><Relationship Id="rId20" Type="http://schemas.openxmlformats.org/officeDocument/2006/relationships/tags" Target="../tags/tag215.xml"/><Relationship Id="rId2" Type="http://schemas.openxmlformats.org/officeDocument/2006/relationships/tags" Target="../tags/tag197.xml"/><Relationship Id="rId19" Type="http://schemas.openxmlformats.org/officeDocument/2006/relationships/tags" Target="../tags/tag214.xml"/><Relationship Id="rId18" Type="http://schemas.openxmlformats.org/officeDocument/2006/relationships/tags" Target="../tags/tag213.xml"/><Relationship Id="rId17" Type="http://schemas.openxmlformats.org/officeDocument/2006/relationships/tags" Target="../tags/tag212.xml"/><Relationship Id="rId16" Type="http://schemas.openxmlformats.org/officeDocument/2006/relationships/tags" Target="../tags/tag211.xml"/><Relationship Id="rId15" Type="http://schemas.openxmlformats.org/officeDocument/2006/relationships/tags" Target="../tags/tag210.xml"/><Relationship Id="rId14" Type="http://schemas.openxmlformats.org/officeDocument/2006/relationships/tags" Target="../tags/tag209.xml"/><Relationship Id="rId13" Type="http://schemas.openxmlformats.org/officeDocument/2006/relationships/tags" Target="../tags/tag208.xml"/><Relationship Id="rId12" Type="http://schemas.openxmlformats.org/officeDocument/2006/relationships/tags" Target="../tags/tag207.xml"/><Relationship Id="rId11" Type="http://schemas.openxmlformats.org/officeDocument/2006/relationships/tags" Target="../tags/tag206.xml"/><Relationship Id="rId10" Type="http://schemas.openxmlformats.org/officeDocument/2006/relationships/tags" Target="../tags/tag205.xml"/><Relationship Id="rId1" Type="http://schemas.openxmlformats.org/officeDocument/2006/relationships/tags" Target="../tags/tag19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33.xml"/><Relationship Id="rId8" Type="http://schemas.openxmlformats.org/officeDocument/2006/relationships/tags" Target="../tags/tag232.xml"/><Relationship Id="rId7" Type="http://schemas.openxmlformats.org/officeDocument/2006/relationships/tags" Target="../tags/tag231.xml"/><Relationship Id="rId6" Type="http://schemas.openxmlformats.org/officeDocument/2006/relationships/tags" Target="../tags/tag230.xml"/><Relationship Id="rId5" Type="http://schemas.openxmlformats.org/officeDocument/2006/relationships/tags" Target="../tags/tag229.xml"/><Relationship Id="rId4" Type="http://schemas.openxmlformats.org/officeDocument/2006/relationships/tags" Target="../tags/tag228.xml"/><Relationship Id="rId3" Type="http://schemas.openxmlformats.org/officeDocument/2006/relationships/tags" Target="../tags/tag227.xml"/><Relationship Id="rId2" Type="http://schemas.openxmlformats.org/officeDocument/2006/relationships/tags" Target="../tags/tag226.xml"/><Relationship Id="rId18" Type="http://schemas.openxmlformats.org/officeDocument/2006/relationships/notesSlide" Target="../notesSlides/notesSlide9.xml"/><Relationship Id="rId17" Type="http://schemas.openxmlformats.org/officeDocument/2006/relationships/slideLayout" Target="../slideLayouts/slideLayout8.xml"/><Relationship Id="rId16" Type="http://schemas.openxmlformats.org/officeDocument/2006/relationships/tags" Target="../tags/tag240.xml"/><Relationship Id="rId15" Type="http://schemas.openxmlformats.org/officeDocument/2006/relationships/tags" Target="../tags/tag239.xml"/><Relationship Id="rId14" Type="http://schemas.openxmlformats.org/officeDocument/2006/relationships/tags" Target="../tags/tag238.xml"/><Relationship Id="rId13" Type="http://schemas.openxmlformats.org/officeDocument/2006/relationships/tags" Target="../tags/tag237.xml"/><Relationship Id="rId12" Type="http://schemas.openxmlformats.org/officeDocument/2006/relationships/tags" Target="../tags/tag236.xml"/><Relationship Id="rId11" Type="http://schemas.openxmlformats.org/officeDocument/2006/relationships/tags" Target="../tags/tag235.xml"/><Relationship Id="rId10" Type="http://schemas.openxmlformats.org/officeDocument/2006/relationships/tags" Target="../tags/tag234.xml"/><Relationship Id="rId1" Type="http://schemas.openxmlformats.org/officeDocument/2006/relationships/tags" Target="../tags/tag22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49.xml"/><Relationship Id="rId8" Type="http://schemas.openxmlformats.org/officeDocument/2006/relationships/tags" Target="../tags/tag248.xml"/><Relationship Id="rId7" Type="http://schemas.openxmlformats.org/officeDocument/2006/relationships/tags" Target="../tags/tag247.xml"/><Relationship Id="rId6" Type="http://schemas.openxmlformats.org/officeDocument/2006/relationships/tags" Target="../tags/tag246.xml"/><Relationship Id="rId5" Type="http://schemas.openxmlformats.org/officeDocument/2006/relationships/tags" Target="../tags/tag245.xml"/><Relationship Id="rId4" Type="http://schemas.openxmlformats.org/officeDocument/2006/relationships/tags" Target="../tags/tag244.xml"/><Relationship Id="rId38" Type="http://schemas.openxmlformats.org/officeDocument/2006/relationships/notesSlide" Target="../notesSlides/notesSlide10.xml"/><Relationship Id="rId37" Type="http://schemas.openxmlformats.org/officeDocument/2006/relationships/slideLayout" Target="../slideLayouts/slideLayout9.xml"/><Relationship Id="rId36" Type="http://schemas.openxmlformats.org/officeDocument/2006/relationships/tags" Target="../tags/tag276.xml"/><Relationship Id="rId35" Type="http://schemas.openxmlformats.org/officeDocument/2006/relationships/tags" Target="../tags/tag275.xml"/><Relationship Id="rId34" Type="http://schemas.openxmlformats.org/officeDocument/2006/relationships/tags" Target="../tags/tag274.xml"/><Relationship Id="rId33" Type="http://schemas.openxmlformats.org/officeDocument/2006/relationships/tags" Target="../tags/tag273.xml"/><Relationship Id="rId32" Type="http://schemas.openxmlformats.org/officeDocument/2006/relationships/tags" Target="../tags/tag272.xml"/><Relationship Id="rId31" Type="http://schemas.openxmlformats.org/officeDocument/2006/relationships/tags" Target="../tags/tag271.xml"/><Relationship Id="rId30" Type="http://schemas.openxmlformats.org/officeDocument/2006/relationships/tags" Target="../tags/tag270.xml"/><Relationship Id="rId3" Type="http://schemas.openxmlformats.org/officeDocument/2006/relationships/tags" Target="../tags/tag243.xml"/><Relationship Id="rId29" Type="http://schemas.openxmlformats.org/officeDocument/2006/relationships/tags" Target="../tags/tag269.xml"/><Relationship Id="rId28" Type="http://schemas.openxmlformats.org/officeDocument/2006/relationships/tags" Target="../tags/tag268.xml"/><Relationship Id="rId27" Type="http://schemas.openxmlformats.org/officeDocument/2006/relationships/tags" Target="../tags/tag267.xml"/><Relationship Id="rId26" Type="http://schemas.openxmlformats.org/officeDocument/2006/relationships/tags" Target="../tags/tag266.xml"/><Relationship Id="rId25" Type="http://schemas.openxmlformats.org/officeDocument/2006/relationships/tags" Target="../tags/tag265.xml"/><Relationship Id="rId24" Type="http://schemas.openxmlformats.org/officeDocument/2006/relationships/tags" Target="../tags/tag264.xml"/><Relationship Id="rId23" Type="http://schemas.openxmlformats.org/officeDocument/2006/relationships/tags" Target="../tags/tag263.xml"/><Relationship Id="rId22" Type="http://schemas.openxmlformats.org/officeDocument/2006/relationships/tags" Target="../tags/tag262.xml"/><Relationship Id="rId21" Type="http://schemas.openxmlformats.org/officeDocument/2006/relationships/tags" Target="../tags/tag261.xml"/><Relationship Id="rId20" Type="http://schemas.openxmlformats.org/officeDocument/2006/relationships/tags" Target="../tags/tag260.xml"/><Relationship Id="rId2" Type="http://schemas.openxmlformats.org/officeDocument/2006/relationships/tags" Target="../tags/tag242.xml"/><Relationship Id="rId19" Type="http://schemas.openxmlformats.org/officeDocument/2006/relationships/tags" Target="../tags/tag259.xml"/><Relationship Id="rId18" Type="http://schemas.openxmlformats.org/officeDocument/2006/relationships/tags" Target="../tags/tag258.xml"/><Relationship Id="rId17" Type="http://schemas.openxmlformats.org/officeDocument/2006/relationships/tags" Target="../tags/tag257.xml"/><Relationship Id="rId16" Type="http://schemas.openxmlformats.org/officeDocument/2006/relationships/tags" Target="../tags/tag256.xml"/><Relationship Id="rId15" Type="http://schemas.openxmlformats.org/officeDocument/2006/relationships/tags" Target="../tags/tag255.xml"/><Relationship Id="rId14" Type="http://schemas.openxmlformats.org/officeDocument/2006/relationships/tags" Target="../tags/tag254.xml"/><Relationship Id="rId13" Type="http://schemas.openxmlformats.org/officeDocument/2006/relationships/tags" Target="../tags/tag253.xml"/><Relationship Id="rId12" Type="http://schemas.openxmlformats.org/officeDocument/2006/relationships/tags" Target="../tags/tag252.xml"/><Relationship Id="rId11" Type="http://schemas.openxmlformats.org/officeDocument/2006/relationships/tags" Target="../tags/tag251.xml"/><Relationship Id="rId10" Type="http://schemas.openxmlformats.org/officeDocument/2006/relationships/tags" Target="../tags/tag250.xml"/><Relationship Id="rId1" Type="http://schemas.openxmlformats.org/officeDocument/2006/relationships/tags" Target="../tags/tag24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9.xml"/><Relationship Id="rId6" Type="http://schemas.openxmlformats.org/officeDocument/2006/relationships/tags" Target="../tags/tag280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tags" Target="../tags/tag279.xml"/><Relationship Id="rId2" Type="http://schemas.openxmlformats.org/officeDocument/2006/relationships/tags" Target="../tags/tag278.xml"/><Relationship Id="rId1" Type="http://schemas.openxmlformats.org/officeDocument/2006/relationships/tags" Target="../tags/tag27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89.xml"/><Relationship Id="rId8" Type="http://schemas.openxmlformats.org/officeDocument/2006/relationships/tags" Target="../tags/tag288.xml"/><Relationship Id="rId7" Type="http://schemas.openxmlformats.org/officeDocument/2006/relationships/tags" Target="../tags/tag287.xml"/><Relationship Id="rId6" Type="http://schemas.openxmlformats.org/officeDocument/2006/relationships/tags" Target="../tags/tag286.xml"/><Relationship Id="rId5" Type="http://schemas.openxmlformats.org/officeDocument/2006/relationships/tags" Target="../tags/tag285.xml"/><Relationship Id="rId42" Type="http://schemas.openxmlformats.org/officeDocument/2006/relationships/notesSlide" Target="../notesSlides/notesSlide12.xml"/><Relationship Id="rId41" Type="http://schemas.openxmlformats.org/officeDocument/2006/relationships/slideLayout" Target="../slideLayouts/slideLayout9.xml"/><Relationship Id="rId40" Type="http://schemas.openxmlformats.org/officeDocument/2006/relationships/tags" Target="../tags/tag320.xml"/><Relationship Id="rId4" Type="http://schemas.openxmlformats.org/officeDocument/2006/relationships/tags" Target="../tags/tag284.xml"/><Relationship Id="rId39" Type="http://schemas.openxmlformats.org/officeDocument/2006/relationships/tags" Target="../tags/tag319.xml"/><Relationship Id="rId38" Type="http://schemas.openxmlformats.org/officeDocument/2006/relationships/tags" Target="../tags/tag318.xml"/><Relationship Id="rId37" Type="http://schemas.openxmlformats.org/officeDocument/2006/relationships/tags" Target="../tags/tag317.xml"/><Relationship Id="rId36" Type="http://schemas.openxmlformats.org/officeDocument/2006/relationships/tags" Target="../tags/tag316.xml"/><Relationship Id="rId35" Type="http://schemas.openxmlformats.org/officeDocument/2006/relationships/tags" Target="../tags/tag315.xml"/><Relationship Id="rId34" Type="http://schemas.openxmlformats.org/officeDocument/2006/relationships/tags" Target="../tags/tag314.xml"/><Relationship Id="rId33" Type="http://schemas.openxmlformats.org/officeDocument/2006/relationships/tags" Target="../tags/tag313.xml"/><Relationship Id="rId32" Type="http://schemas.openxmlformats.org/officeDocument/2006/relationships/tags" Target="../tags/tag312.xml"/><Relationship Id="rId31" Type="http://schemas.openxmlformats.org/officeDocument/2006/relationships/tags" Target="../tags/tag311.xml"/><Relationship Id="rId30" Type="http://schemas.openxmlformats.org/officeDocument/2006/relationships/tags" Target="../tags/tag310.xml"/><Relationship Id="rId3" Type="http://schemas.openxmlformats.org/officeDocument/2006/relationships/tags" Target="../tags/tag283.xml"/><Relationship Id="rId29" Type="http://schemas.openxmlformats.org/officeDocument/2006/relationships/tags" Target="../tags/tag309.xml"/><Relationship Id="rId28" Type="http://schemas.openxmlformats.org/officeDocument/2006/relationships/tags" Target="../tags/tag308.xml"/><Relationship Id="rId27" Type="http://schemas.openxmlformats.org/officeDocument/2006/relationships/tags" Target="../tags/tag307.xml"/><Relationship Id="rId26" Type="http://schemas.openxmlformats.org/officeDocument/2006/relationships/tags" Target="../tags/tag306.xml"/><Relationship Id="rId25" Type="http://schemas.openxmlformats.org/officeDocument/2006/relationships/tags" Target="../tags/tag305.xml"/><Relationship Id="rId24" Type="http://schemas.openxmlformats.org/officeDocument/2006/relationships/tags" Target="../tags/tag304.xml"/><Relationship Id="rId23" Type="http://schemas.openxmlformats.org/officeDocument/2006/relationships/tags" Target="../tags/tag303.xml"/><Relationship Id="rId22" Type="http://schemas.openxmlformats.org/officeDocument/2006/relationships/tags" Target="../tags/tag302.xml"/><Relationship Id="rId21" Type="http://schemas.openxmlformats.org/officeDocument/2006/relationships/tags" Target="../tags/tag301.xml"/><Relationship Id="rId20" Type="http://schemas.openxmlformats.org/officeDocument/2006/relationships/tags" Target="../tags/tag300.xml"/><Relationship Id="rId2" Type="http://schemas.openxmlformats.org/officeDocument/2006/relationships/tags" Target="../tags/tag282.xml"/><Relationship Id="rId19" Type="http://schemas.openxmlformats.org/officeDocument/2006/relationships/tags" Target="../tags/tag299.xml"/><Relationship Id="rId18" Type="http://schemas.openxmlformats.org/officeDocument/2006/relationships/tags" Target="../tags/tag298.xml"/><Relationship Id="rId17" Type="http://schemas.openxmlformats.org/officeDocument/2006/relationships/tags" Target="../tags/tag297.xml"/><Relationship Id="rId16" Type="http://schemas.openxmlformats.org/officeDocument/2006/relationships/tags" Target="../tags/tag296.xml"/><Relationship Id="rId15" Type="http://schemas.openxmlformats.org/officeDocument/2006/relationships/tags" Target="../tags/tag295.xml"/><Relationship Id="rId14" Type="http://schemas.openxmlformats.org/officeDocument/2006/relationships/tags" Target="../tags/tag294.xml"/><Relationship Id="rId13" Type="http://schemas.openxmlformats.org/officeDocument/2006/relationships/tags" Target="../tags/tag293.xml"/><Relationship Id="rId12" Type="http://schemas.openxmlformats.org/officeDocument/2006/relationships/tags" Target="../tags/tag292.xml"/><Relationship Id="rId11" Type="http://schemas.openxmlformats.org/officeDocument/2006/relationships/tags" Target="../tags/tag291.xml"/><Relationship Id="rId10" Type="http://schemas.openxmlformats.org/officeDocument/2006/relationships/tags" Target="../tags/tag290.xml"/><Relationship Id="rId1" Type="http://schemas.openxmlformats.org/officeDocument/2006/relationships/tags" Target="../tags/tag28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9.xml"/><Relationship Id="rId7" Type="http://schemas.openxmlformats.org/officeDocument/2006/relationships/tags" Target="../tags/tag327.xml"/><Relationship Id="rId6" Type="http://schemas.openxmlformats.org/officeDocument/2006/relationships/tags" Target="../tags/tag326.xml"/><Relationship Id="rId5" Type="http://schemas.openxmlformats.org/officeDocument/2006/relationships/tags" Target="../tags/tag325.xml"/><Relationship Id="rId4" Type="http://schemas.openxmlformats.org/officeDocument/2006/relationships/tags" Target="../tags/tag324.xml"/><Relationship Id="rId3" Type="http://schemas.openxmlformats.org/officeDocument/2006/relationships/tags" Target="../tags/tag323.xml"/><Relationship Id="rId2" Type="http://schemas.openxmlformats.org/officeDocument/2006/relationships/tags" Target="../tags/tag322.xml"/><Relationship Id="rId1" Type="http://schemas.openxmlformats.org/officeDocument/2006/relationships/tags" Target="../tags/tag321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5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tags" Target="../tags/tag328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39.xml"/><Relationship Id="rId8" Type="http://schemas.openxmlformats.org/officeDocument/2006/relationships/tags" Target="../tags/tag338.xml"/><Relationship Id="rId7" Type="http://schemas.openxmlformats.org/officeDocument/2006/relationships/tags" Target="../tags/tag337.xml"/><Relationship Id="rId6" Type="http://schemas.openxmlformats.org/officeDocument/2006/relationships/tags" Target="../tags/tag336.xml"/><Relationship Id="rId5" Type="http://schemas.openxmlformats.org/officeDocument/2006/relationships/tags" Target="../tags/tag335.xml"/><Relationship Id="rId4" Type="http://schemas.openxmlformats.org/officeDocument/2006/relationships/tags" Target="../tags/tag334.xml"/><Relationship Id="rId3" Type="http://schemas.openxmlformats.org/officeDocument/2006/relationships/tags" Target="../tags/tag333.xml"/><Relationship Id="rId2" Type="http://schemas.openxmlformats.org/officeDocument/2006/relationships/tags" Target="../tags/tag332.xml"/><Relationship Id="rId18" Type="http://schemas.openxmlformats.org/officeDocument/2006/relationships/notesSlide" Target="../notesSlides/notesSlide15.xml"/><Relationship Id="rId17" Type="http://schemas.openxmlformats.org/officeDocument/2006/relationships/slideLayout" Target="../slideLayouts/slideLayout9.xml"/><Relationship Id="rId16" Type="http://schemas.openxmlformats.org/officeDocument/2006/relationships/tags" Target="../tags/tag346.xml"/><Relationship Id="rId15" Type="http://schemas.openxmlformats.org/officeDocument/2006/relationships/tags" Target="../tags/tag345.xml"/><Relationship Id="rId14" Type="http://schemas.openxmlformats.org/officeDocument/2006/relationships/tags" Target="../tags/tag344.xml"/><Relationship Id="rId13" Type="http://schemas.openxmlformats.org/officeDocument/2006/relationships/tags" Target="../tags/tag343.xml"/><Relationship Id="rId12" Type="http://schemas.openxmlformats.org/officeDocument/2006/relationships/tags" Target="../tags/tag342.xml"/><Relationship Id="rId11" Type="http://schemas.openxmlformats.org/officeDocument/2006/relationships/tags" Target="../tags/tag341.xml"/><Relationship Id="rId10" Type="http://schemas.openxmlformats.org/officeDocument/2006/relationships/tags" Target="../tags/tag340.xml"/><Relationship Id="rId1" Type="http://schemas.openxmlformats.org/officeDocument/2006/relationships/tags" Target="../tags/tag331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5.xml"/><Relationship Id="rId3" Type="http://schemas.openxmlformats.org/officeDocument/2006/relationships/tags" Target="../tags/tag349.xml"/><Relationship Id="rId2" Type="http://schemas.openxmlformats.org/officeDocument/2006/relationships/tags" Target="../tags/tag348.xml"/><Relationship Id="rId1" Type="http://schemas.openxmlformats.org/officeDocument/2006/relationships/tags" Target="../tags/tag347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58.xml"/><Relationship Id="rId8" Type="http://schemas.openxmlformats.org/officeDocument/2006/relationships/tags" Target="../tags/tag357.xml"/><Relationship Id="rId7" Type="http://schemas.openxmlformats.org/officeDocument/2006/relationships/tags" Target="../tags/tag356.xml"/><Relationship Id="rId6" Type="http://schemas.openxmlformats.org/officeDocument/2006/relationships/tags" Target="../tags/tag355.xml"/><Relationship Id="rId5" Type="http://schemas.openxmlformats.org/officeDocument/2006/relationships/tags" Target="../tags/tag354.xml"/><Relationship Id="rId4" Type="http://schemas.openxmlformats.org/officeDocument/2006/relationships/tags" Target="../tags/tag353.xml"/><Relationship Id="rId3" Type="http://schemas.openxmlformats.org/officeDocument/2006/relationships/tags" Target="../tags/tag352.xml"/><Relationship Id="rId27" Type="http://schemas.openxmlformats.org/officeDocument/2006/relationships/notesSlide" Target="../notesSlides/notesSlide17.xml"/><Relationship Id="rId26" Type="http://schemas.openxmlformats.org/officeDocument/2006/relationships/slideLayout" Target="../slideLayouts/slideLayout9.xml"/><Relationship Id="rId25" Type="http://schemas.openxmlformats.org/officeDocument/2006/relationships/tags" Target="../tags/tag374.xml"/><Relationship Id="rId24" Type="http://schemas.openxmlformats.org/officeDocument/2006/relationships/tags" Target="../tags/tag373.xml"/><Relationship Id="rId23" Type="http://schemas.openxmlformats.org/officeDocument/2006/relationships/tags" Target="../tags/tag372.xml"/><Relationship Id="rId22" Type="http://schemas.openxmlformats.org/officeDocument/2006/relationships/tags" Target="../tags/tag371.xml"/><Relationship Id="rId21" Type="http://schemas.openxmlformats.org/officeDocument/2006/relationships/tags" Target="../tags/tag370.xml"/><Relationship Id="rId20" Type="http://schemas.openxmlformats.org/officeDocument/2006/relationships/tags" Target="../tags/tag369.xml"/><Relationship Id="rId2" Type="http://schemas.openxmlformats.org/officeDocument/2006/relationships/tags" Target="../tags/tag351.xml"/><Relationship Id="rId19" Type="http://schemas.openxmlformats.org/officeDocument/2006/relationships/tags" Target="../tags/tag368.xml"/><Relationship Id="rId18" Type="http://schemas.openxmlformats.org/officeDocument/2006/relationships/tags" Target="../tags/tag367.xml"/><Relationship Id="rId17" Type="http://schemas.openxmlformats.org/officeDocument/2006/relationships/tags" Target="../tags/tag366.xml"/><Relationship Id="rId16" Type="http://schemas.openxmlformats.org/officeDocument/2006/relationships/tags" Target="../tags/tag365.xml"/><Relationship Id="rId15" Type="http://schemas.openxmlformats.org/officeDocument/2006/relationships/tags" Target="../tags/tag364.xml"/><Relationship Id="rId14" Type="http://schemas.openxmlformats.org/officeDocument/2006/relationships/tags" Target="../tags/tag363.xml"/><Relationship Id="rId13" Type="http://schemas.openxmlformats.org/officeDocument/2006/relationships/tags" Target="../tags/tag362.xml"/><Relationship Id="rId12" Type="http://schemas.openxmlformats.org/officeDocument/2006/relationships/tags" Target="../tags/tag361.xml"/><Relationship Id="rId11" Type="http://schemas.openxmlformats.org/officeDocument/2006/relationships/tags" Target="../tags/tag360.xml"/><Relationship Id="rId10" Type="http://schemas.openxmlformats.org/officeDocument/2006/relationships/tags" Target="../tags/tag359.xml"/><Relationship Id="rId1" Type="http://schemas.openxmlformats.org/officeDocument/2006/relationships/tags" Target="../tags/tag350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378.xml"/><Relationship Id="rId3" Type="http://schemas.openxmlformats.org/officeDocument/2006/relationships/tags" Target="../tags/tag377.xml"/><Relationship Id="rId2" Type="http://schemas.openxmlformats.org/officeDocument/2006/relationships/tags" Target="../tags/tag376.xml"/><Relationship Id="rId1" Type="http://schemas.openxmlformats.org/officeDocument/2006/relationships/tags" Target="../tags/tag3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mar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</a:pPr>
            <a:r>
              <a:rPr lang="en-US" altLang="zh-CN" dirty="0">
                <a:sym typeface="+mn-ea"/>
              </a:rPr>
              <a:t>MR</a:t>
            </a:r>
            <a:r>
              <a:rPr lang="zh-CN" dirty="0">
                <a:sym typeface="+mn-ea"/>
              </a:rPr>
              <a:t>夺旗大战</a:t>
            </a:r>
            <a:endParaRPr lang="en-US" sz="3200" b="0" dirty="0">
              <a:solidFill>
                <a:schemeClr val="accent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en-US" sz="3200" dirty="0"/>
              <a:t>MR FLAG BATTLE</a:t>
            </a:r>
            <a:endParaRPr lang="en-US" sz="3200" dirty="0"/>
          </a:p>
        </p:txBody>
      </p:sp>
      <p:sp>
        <p:nvSpPr>
          <p:cNvPr id="22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pPr algn="l"/>
            <a:r>
              <a:rPr lang="zh-CN" altLang="en-US"/>
              <a:t>汇报人：</a:t>
            </a:r>
            <a:r>
              <a:rPr lang="zh-CN" altLang="en-US"/>
              <a:t>陆星志</a:t>
            </a:r>
            <a:endParaRPr lang="zh-CN" altLang="en-US"/>
          </a:p>
        </p:txBody>
      </p:sp>
      <p:sp>
        <p:nvSpPr>
          <p:cNvPr id="18" name="副标题 14"/>
          <p:cNvSpPr>
            <a:spLocks noGrp="1"/>
          </p:cNvSpPr>
          <p:nvPr/>
        </p:nvSpPr>
        <p:spPr>
          <a:xfrm>
            <a:off x="791972" y="3583305"/>
            <a:ext cx="7386955" cy="4921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t" anchorCtr="0">
            <a:spAutoFit/>
          </a:bodyPr>
          <a:lstStyle>
            <a:lvl1pPr marL="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en-US" sz="2100" b="0" i="0" u="none" strike="noStrike" kern="1200" cap="none" spc="0" normalizeH="0" baseline="0" noProof="1" dirty="0">
                <a:solidFill>
                  <a:schemeClr val="dk2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sz="3200">
                <a:solidFill>
                  <a:schemeClr val="accent1">
                    <a:lumMod val="60000"/>
                    <a:lumOff val="40000"/>
                  </a:schemeClr>
                </a:solidFill>
              </a:rPr>
              <a:t>Unity + Pico 4 Ultra Enterprise + Go 后端</a:t>
            </a:r>
            <a:endParaRPr sz="32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序号"/>
          <p:cNvSpPr txBox="1"/>
          <p:nvPr>
            <p:custDataLst>
              <p:tags r:id="rId1"/>
            </p:custDataLst>
          </p:nvPr>
        </p:nvSpPr>
        <p:spPr>
          <a:xfrm>
            <a:off x="1278255" y="2854960"/>
            <a:ext cx="1080135" cy="828040"/>
          </a:xfrm>
          <a:prstGeom prst="chevron">
            <a:avLst>
              <a:gd name="adj" fmla="val 28143"/>
            </a:avLst>
          </a:pr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80000">
                <a:schemeClr val="accent1"/>
              </a:gs>
            </a:gsLst>
            <a:lin ang="4200000" scaled="0"/>
          </a:gradFill>
        </p:spPr>
        <p:txBody>
          <a:bodyPr wrap="none" lIns="72000" tIns="0" rIns="0" bIns="0" rtlCol="0" anchor="ctr" anchorCtr="0">
            <a:norm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+mn-ea"/>
              </a:rPr>
              <a:t>01</a:t>
            </a:r>
            <a:endParaRPr lang="en-US" sz="28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5" name="项标题"/>
          <p:cNvSpPr txBox="1"/>
          <p:nvPr>
            <p:custDataLst>
              <p:tags r:id="rId2"/>
            </p:custDataLst>
          </p:nvPr>
        </p:nvSpPr>
        <p:spPr>
          <a:xfrm>
            <a:off x="2747645" y="2477135"/>
            <a:ext cx="3100705" cy="15836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sz="2400" dirty="0"/>
              <a:t>项目介绍与意义</a:t>
            </a:r>
            <a:endParaRPr lang="zh-CN" sz="2400" dirty="0"/>
          </a:p>
        </p:txBody>
      </p:sp>
      <p:sp>
        <p:nvSpPr>
          <p:cNvPr id="31" name="任意多边形: 形状 17"/>
          <p:cNvSpPr/>
          <p:nvPr>
            <p:custDataLst>
              <p:tags r:id="rId3"/>
            </p:custDataLst>
          </p:nvPr>
        </p:nvSpPr>
        <p:spPr>
          <a:xfrm>
            <a:off x="1278255" y="638810"/>
            <a:ext cx="5113655" cy="965835"/>
          </a:xfrm>
          <a:custGeom>
            <a:avLst/>
            <a:gdLst>
              <a:gd name="connsiteX0" fmla="*/ 789086 w 4207743"/>
              <a:gd name="connsiteY0" fmla="*/ 106412 h 596057"/>
              <a:gd name="connsiteX1" fmla="*/ 675418 w 4207743"/>
              <a:gd name="connsiteY1" fmla="*/ 159991 h 596057"/>
              <a:gd name="connsiteX2" fmla="*/ 633932 w 4207743"/>
              <a:gd name="connsiteY2" fmla="*/ 298773 h 596057"/>
              <a:gd name="connsiteX3" fmla="*/ 674488 w 4207743"/>
              <a:gd name="connsiteY3" fmla="*/ 436253 h 596057"/>
              <a:gd name="connsiteX4" fmla="*/ 785737 w 4207743"/>
              <a:gd name="connsiteY4" fmla="*/ 489645 h 596057"/>
              <a:gd name="connsiteX5" fmla="*/ 898102 w 4207743"/>
              <a:gd name="connsiteY5" fmla="*/ 438485 h 596057"/>
              <a:gd name="connsiteX6" fmla="*/ 938286 w 4207743"/>
              <a:gd name="connsiteY6" fmla="*/ 301005 h 596057"/>
              <a:gd name="connsiteX7" fmla="*/ 899219 w 4207743"/>
              <a:gd name="connsiteY7" fmla="*/ 158688 h 596057"/>
              <a:gd name="connsiteX8" fmla="*/ 789086 w 4207743"/>
              <a:gd name="connsiteY8" fmla="*/ 106412 h 596057"/>
              <a:gd name="connsiteX9" fmla="*/ 3315891 w 4207743"/>
              <a:gd name="connsiteY9" fmla="*/ 9674 h 596057"/>
              <a:gd name="connsiteX10" fmla="*/ 3767584 w 4207743"/>
              <a:gd name="connsiteY10" fmla="*/ 9674 h 596057"/>
              <a:gd name="connsiteX11" fmla="*/ 3767584 w 4207743"/>
              <a:gd name="connsiteY11" fmla="*/ 110133 h 596057"/>
              <a:gd name="connsiteX12" fmla="*/ 3603129 w 4207743"/>
              <a:gd name="connsiteY12" fmla="*/ 110133 h 596057"/>
              <a:gd name="connsiteX13" fmla="*/ 3603129 w 4207743"/>
              <a:gd name="connsiteY13" fmla="*/ 586011 h 596057"/>
              <a:gd name="connsiteX14" fmla="*/ 3479974 w 4207743"/>
              <a:gd name="connsiteY14" fmla="*/ 586011 h 596057"/>
              <a:gd name="connsiteX15" fmla="*/ 3479974 w 4207743"/>
              <a:gd name="connsiteY15" fmla="*/ 110133 h 596057"/>
              <a:gd name="connsiteX16" fmla="*/ 3315891 w 4207743"/>
              <a:gd name="connsiteY16" fmla="*/ 110133 h 596057"/>
              <a:gd name="connsiteX17" fmla="*/ 2722141 w 4207743"/>
              <a:gd name="connsiteY17" fmla="*/ 9674 h 596057"/>
              <a:gd name="connsiteX18" fmla="*/ 2856086 w 4207743"/>
              <a:gd name="connsiteY18" fmla="*/ 9674 h 596057"/>
              <a:gd name="connsiteX19" fmla="*/ 3091235 w 4207743"/>
              <a:gd name="connsiteY19" fmla="*/ 372071 h 596057"/>
              <a:gd name="connsiteX20" fmla="*/ 3119884 w 4207743"/>
              <a:gd name="connsiteY20" fmla="*/ 417835 h 596057"/>
              <a:gd name="connsiteX21" fmla="*/ 3121744 w 4207743"/>
              <a:gd name="connsiteY21" fmla="*/ 417835 h 596057"/>
              <a:gd name="connsiteX22" fmla="*/ 3118024 w 4207743"/>
              <a:gd name="connsiteY22" fmla="*/ 338212 h 596057"/>
              <a:gd name="connsiteX23" fmla="*/ 3118024 w 4207743"/>
              <a:gd name="connsiteY23" fmla="*/ 9674 h 596057"/>
              <a:gd name="connsiteX24" fmla="*/ 3234482 w 4207743"/>
              <a:gd name="connsiteY24" fmla="*/ 9674 h 596057"/>
              <a:gd name="connsiteX25" fmla="*/ 3234482 w 4207743"/>
              <a:gd name="connsiteY25" fmla="*/ 586011 h 596057"/>
              <a:gd name="connsiteX26" fmla="*/ 3108722 w 4207743"/>
              <a:gd name="connsiteY26" fmla="*/ 586011 h 596057"/>
              <a:gd name="connsiteX27" fmla="*/ 2864644 w 4207743"/>
              <a:gd name="connsiteY27" fmla="*/ 213197 h 596057"/>
              <a:gd name="connsiteX28" fmla="*/ 2837110 w 4207743"/>
              <a:gd name="connsiteY28" fmla="*/ 166316 h 596057"/>
              <a:gd name="connsiteX29" fmla="*/ 2835250 w 4207743"/>
              <a:gd name="connsiteY29" fmla="*/ 166316 h 596057"/>
              <a:gd name="connsiteX30" fmla="*/ 2838599 w 4207743"/>
              <a:gd name="connsiteY30" fmla="*/ 258217 h 596057"/>
              <a:gd name="connsiteX31" fmla="*/ 2838599 w 4207743"/>
              <a:gd name="connsiteY31" fmla="*/ 586011 h 596057"/>
              <a:gd name="connsiteX32" fmla="*/ 2722141 w 4207743"/>
              <a:gd name="connsiteY32" fmla="*/ 586011 h 596057"/>
              <a:gd name="connsiteX33" fmla="*/ 2283991 w 4207743"/>
              <a:gd name="connsiteY33" fmla="*/ 9674 h 596057"/>
              <a:gd name="connsiteX34" fmla="*/ 2611785 w 4207743"/>
              <a:gd name="connsiteY34" fmla="*/ 9674 h 596057"/>
              <a:gd name="connsiteX35" fmla="*/ 2611785 w 4207743"/>
              <a:gd name="connsiteY35" fmla="*/ 110133 h 596057"/>
              <a:gd name="connsiteX36" fmla="*/ 2406774 w 4207743"/>
              <a:gd name="connsiteY36" fmla="*/ 110133 h 596057"/>
              <a:gd name="connsiteX37" fmla="*/ 2406774 w 4207743"/>
              <a:gd name="connsiteY37" fmla="*/ 245939 h 596057"/>
              <a:gd name="connsiteX38" fmla="*/ 2597274 w 4207743"/>
              <a:gd name="connsiteY38" fmla="*/ 245939 h 596057"/>
              <a:gd name="connsiteX39" fmla="*/ 2597274 w 4207743"/>
              <a:gd name="connsiteY39" fmla="*/ 346026 h 596057"/>
              <a:gd name="connsiteX40" fmla="*/ 2406774 w 4207743"/>
              <a:gd name="connsiteY40" fmla="*/ 346026 h 596057"/>
              <a:gd name="connsiteX41" fmla="*/ 2406774 w 4207743"/>
              <a:gd name="connsiteY41" fmla="*/ 485552 h 596057"/>
              <a:gd name="connsiteX42" fmla="*/ 2625179 w 4207743"/>
              <a:gd name="connsiteY42" fmla="*/ 485552 h 596057"/>
              <a:gd name="connsiteX43" fmla="*/ 2625179 w 4207743"/>
              <a:gd name="connsiteY43" fmla="*/ 586011 h 596057"/>
              <a:gd name="connsiteX44" fmla="*/ 2283991 w 4207743"/>
              <a:gd name="connsiteY44" fmla="*/ 586011 h 596057"/>
              <a:gd name="connsiteX45" fmla="*/ 1753791 w 4207743"/>
              <a:gd name="connsiteY45" fmla="*/ 9674 h 596057"/>
              <a:gd name="connsiteX46" fmla="*/ 2205484 w 4207743"/>
              <a:gd name="connsiteY46" fmla="*/ 9674 h 596057"/>
              <a:gd name="connsiteX47" fmla="*/ 2205484 w 4207743"/>
              <a:gd name="connsiteY47" fmla="*/ 110133 h 596057"/>
              <a:gd name="connsiteX48" fmla="*/ 2041029 w 4207743"/>
              <a:gd name="connsiteY48" fmla="*/ 110133 h 596057"/>
              <a:gd name="connsiteX49" fmla="*/ 2041029 w 4207743"/>
              <a:gd name="connsiteY49" fmla="*/ 586011 h 596057"/>
              <a:gd name="connsiteX50" fmla="*/ 1917874 w 4207743"/>
              <a:gd name="connsiteY50" fmla="*/ 586011 h 596057"/>
              <a:gd name="connsiteX51" fmla="*/ 1917874 w 4207743"/>
              <a:gd name="connsiteY51" fmla="*/ 110133 h 596057"/>
              <a:gd name="connsiteX52" fmla="*/ 1753791 w 4207743"/>
              <a:gd name="connsiteY52" fmla="*/ 110133 h 596057"/>
              <a:gd name="connsiteX53" fmla="*/ 1160041 w 4207743"/>
              <a:gd name="connsiteY53" fmla="*/ 9674 h 596057"/>
              <a:gd name="connsiteX54" fmla="*/ 1293986 w 4207743"/>
              <a:gd name="connsiteY54" fmla="*/ 9674 h 596057"/>
              <a:gd name="connsiteX55" fmla="*/ 1529135 w 4207743"/>
              <a:gd name="connsiteY55" fmla="*/ 372071 h 596057"/>
              <a:gd name="connsiteX56" fmla="*/ 1557784 w 4207743"/>
              <a:gd name="connsiteY56" fmla="*/ 417835 h 596057"/>
              <a:gd name="connsiteX57" fmla="*/ 1559644 w 4207743"/>
              <a:gd name="connsiteY57" fmla="*/ 417835 h 596057"/>
              <a:gd name="connsiteX58" fmla="*/ 1555924 w 4207743"/>
              <a:gd name="connsiteY58" fmla="*/ 338212 h 596057"/>
              <a:gd name="connsiteX59" fmla="*/ 1555924 w 4207743"/>
              <a:gd name="connsiteY59" fmla="*/ 9674 h 596057"/>
              <a:gd name="connsiteX60" fmla="*/ 1672382 w 4207743"/>
              <a:gd name="connsiteY60" fmla="*/ 9674 h 596057"/>
              <a:gd name="connsiteX61" fmla="*/ 1672382 w 4207743"/>
              <a:gd name="connsiteY61" fmla="*/ 586011 h 596057"/>
              <a:gd name="connsiteX62" fmla="*/ 1546622 w 4207743"/>
              <a:gd name="connsiteY62" fmla="*/ 586011 h 596057"/>
              <a:gd name="connsiteX63" fmla="*/ 1302544 w 4207743"/>
              <a:gd name="connsiteY63" fmla="*/ 213197 h 596057"/>
              <a:gd name="connsiteX64" fmla="*/ 1275011 w 4207743"/>
              <a:gd name="connsiteY64" fmla="*/ 166316 h 596057"/>
              <a:gd name="connsiteX65" fmla="*/ 1273150 w 4207743"/>
              <a:gd name="connsiteY65" fmla="*/ 166316 h 596057"/>
              <a:gd name="connsiteX66" fmla="*/ 1276499 w 4207743"/>
              <a:gd name="connsiteY66" fmla="*/ 258217 h 596057"/>
              <a:gd name="connsiteX67" fmla="*/ 1276499 w 4207743"/>
              <a:gd name="connsiteY67" fmla="*/ 586011 h 596057"/>
              <a:gd name="connsiteX68" fmla="*/ 1160041 w 4207743"/>
              <a:gd name="connsiteY68" fmla="*/ 586011 h 596057"/>
              <a:gd name="connsiteX69" fmla="*/ 4040684 w 4207743"/>
              <a:gd name="connsiteY69" fmla="*/ 0 h 596057"/>
              <a:gd name="connsiteX70" fmla="*/ 4182442 w 4207743"/>
              <a:gd name="connsiteY70" fmla="*/ 21952 h 596057"/>
              <a:gd name="connsiteX71" fmla="*/ 4182442 w 4207743"/>
              <a:gd name="connsiteY71" fmla="*/ 137294 h 596057"/>
              <a:gd name="connsiteX72" fmla="*/ 4046637 w 4207743"/>
              <a:gd name="connsiteY72" fmla="*/ 97855 h 596057"/>
              <a:gd name="connsiteX73" fmla="*/ 3974083 w 4207743"/>
              <a:gd name="connsiteY73" fmla="*/ 114412 h 596057"/>
              <a:gd name="connsiteX74" fmla="*/ 3946922 w 4207743"/>
              <a:gd name="connsiteY74" fmla="*/ 158874 h 596057"/>
              <a:gd name="connsiteX75" fmla="*/ 3965525 w 4207743"/>
              <a:gd name="connsiteY75" fmla="*/ 199988 h 596057"/>
              <a:gd name="connsiteX76" fmla="*/ 4057427 w 4207743"/>
              <a:gd name="connsiteY76" fmla="*/ 250776 h 596057"/>
              <a:gd name="connsiteX77" fmla="*/ 4175559 w 4207743"/>
              <a:gd name="connsiteY77" fmla="*/ 328538 h 596057"/>
              <a:gd name="connsiteX78" fmla="*/ 4207743 w 4207743"/>
              <a:gd name="connsiteY78" fmla="*/ 426021 h 596057"/>
              <a:gd name="connsiteX79" fmla="*/ 4148956 w 4207743"/>
              <a:gd name="connsiteY79" fmla="*/ 552525 h 596057"/>
              <a:gd name="connsiteX80" fmla="*/ 3981896 w 4207743"/>
              <a:gd name="connsiteY80" fmla="*/ 596057 h 596057"/>
              <a:gd name="connsiteX81" fmla="*/ 3819674 w 4207743"/>
              <a:gd name="connsiteY81" fmla="*/ 564059 h 596057"/>
              <a:gd name="connsiteX82" fmla="*/ 3819674 w 4207743"/>
              <a:gd name="connsiteY82" fmla="*/ 440904 h 596057"/>
              <a:gd name="connsiteX83" fmla="*/ 3977804 w 4207743"/>
              <a:gd name="connsiteY83" fmla="*/ 498575 h 596057"/>
              <a:gd name="connsiteX84" fmla="*/ 4053334 w 4207743"/>
              <a:gd name="connsiteY84" fmla="*/ 481273 h 596057"/>
              <a:gd name="connsiteX85" fmla="*/ 4078635 w 4207743"/>
              <a:gd name="connsiteY85" fmla="*/ 436811 h 596057"/>
              <a:gd name="connsiteX86" fmla="*/ 4058543 w 4207743"/>
              <a:gd name="connsiteY86" fmla="*/ 392535 h 596057"/>
              <a:gd name="connsiteX87" fmla="*/ 3952503 w 4207743"/>
              <a:gd name="connsiteY87" fmla="*/ 335980 h 596057"/>
              <a:gd name="connsiteX88" fmla="*/ 3817441 w 4207743"/>
              <a:gd name="connsiteY88" fmla="*/ 169292 h 596057"/>
              <a:gd name="connsiteX89" fmla="*/ 3878647 w 4207743"/>
              <a:gd name="connsiteY89" fmla="*/ 44463 h 596057"/>
              <a:gd name="connsiteX90" fmla="*/ 4040684 w 4207743"/>
              <a:gd name="connsiteY90" fmla="*/ 0 h 596057"/>
              <a:gd name="connsiteX91" fmla="*/ 792806 w 4207743"/>
              <a:gd name="connsiteY91" fmla="*/ 0 h 596057"/>
              <a:gd name="connsiteX92" fmla="*/ 991678 w 4207743"/>
              <a:gd name="connsiteY92" fmla="*/ 82228 h 596057"/>
              <a:gd name="connsiteX93" fmla="*/ 1067022 w 4207743"/>
              <a:gd name="connsiteY93" fmla="*/ 293564 h 596057"/>
              <a:gd name="connsiteX94" fmla="*/ 988701 w 4207743"/>
              <a:gd name="connsiteY94" fmla="*/ 512155 h 596057"/>
              <a:gd name="connsiteX95" fmla="*/ 783505 w 4207743"/>
              <a:gd name="connsiteY95" fmla="*/ 596057 h 596057"/>
              <a:gd name="connsiteX96" fmla="*/ 582215 w 4207743"/>
              <a:gd name="connsiteY96" fmla="*/ 514760 h 596057"/>
              <a:gd name="connsiteX97" fmla="*/ 504824 w 4207743"/>
              <a:gd name="connsiteY97" fmla="*/ 305470 h 596057"/>
              <a:gd name="connsiteX98" fmla="*/ 583889 w 4207743"/>
              <a:gd name="connsiteY98" fmla="*/ 85018 h 596057"/>
              <a:gd name="connsiteX99" fmla="*/ 792806 w 4207743"/>
              <a:gd name="connsiteY99" fmla="*/ 0 h 596057"/>
              <a:gd name="connsiteX100" fmla="*/ 305842 w 4207743"/>
              <a:gd name="connsiteY100" fmla="*/ 0 h 596057"/>
              <a:gd name="connsiteX101" fmla="*/ 447228 w 4207743"/>
              <a:gd name="connsiteY101" fmla="*/ 21952 h 596057"/>
              <a:gd name="connsiteX102" fmla="*/ 447228 w 4207743"/>
              <a:gd name="connsiteY102" fmla="*/ 140643 h 596057"/>
              <a:gd name="connsiteX103" fmla="*/ 314771 w 4207743"/>
              <a:gd name="connsiteY103" fmla="*/ 106412 h 596057"/>
              <a:gd name="connsiteX104" fmla="*/ 179710 w 4207743"/>
              <a:gd name="connsiteY104" fmla="*/ 160363 h 596057"/>
              <a:gd name="connsiteX105" fmla="*/ 129108 w 4207743"/>
              <a:gd name="connsiteY105" fmla="*/ 301377 h 596057"/>
              <a:gd name="connsiteX106" fmla="*/ 177105 w 4207743"/>
              <a:gd name="connsiteY106" fmla="*/ 437927 h 596057"/>
              <a:gd name="connsiteX107" fmla="*/ 306958 w 4207743"/>
              <a:gd name="connsiteY107" fmla="*/ 489645 h 596057"/>
              <a:gd name="connsiteX108" fmla="*/ 447228 w 4207743"/>
              <a:gd name="connsiteY108" fmla="*/ 452438 h 596057"/>
              <a:gd name="connsiteX109" fmla="*/ 447228 w 4207743"/>
              <a:gd name="connsiteY109" fmla="*/ 565175 h 596057"/>
              <a:gd name="connsiteX110" fmla="*/ 283145 w 4207743"/>
              <a:gd name="connsiteY110" fmla="*/ 596057 h 596057"/>
              <a:gd name="connsiteX111" fmla="*/ 76460 w 4207743"/>
              <a:gd name="connsiteY111" fmla="*/ 518108 h 596057"/>
              <a:gd name="connsiteX112" fmla="*/ 0 w 4207743"/>
              <a:gd name="connsiteY112" fmla="*/ 310307 h 596057"/>
              <a:gd name="connsiteX113" fmla="*/ 85390 w 4207743"/>
              <a:gd name="connsiteY113" fmla="*/ 86879 h 596057"/>
              <a:gd name="connsiteX114" fmla="*/ 305842 w 4207743"/>
              <a:gd name="connsiteY114" fmla="*/ 0 h 596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4207743" h="596057">
                <a:moveTo>
                  <a:pt x="789086" y="106412"/>
                </a:moveTo>
                <a:cubicBezTo>
                  <a:pt x="740965" y="106412"/>
                  <a:pt x="703075" y="124272"/>
                  <a:pt x="675418" y="159991"/>
                </a:cubicBezTo>
                <a:cubicBezTo>
                  <a:pt x="647761" y="195709"/>
                  <a:pt x="633932" y="241970"/>
                  <a:pt x="633932" y="298773"/>
                </a:cubicBezTo>
                <a:cubicBezTo>
                  <a:pt x="633932" y="354831"/>
                  <a:pt x="647451" y="400658"/>
                  <a:pt x="674488" y="436253"/>
                </a:cubicBezTo>
                <a:cubicBezTo>
                  <a:pt x="701525" y="471848"/>
                  <a:pt x="738608" y="489645"/>
                  <a:pt x="785737" y="489645"/>
                </a:cubicBezTo>
                <a:cubicBezTo>
                  <a:pt x="833858" y="489645"/>
                  <a:pt x="871313" y="472592"/>
                  <a:pt x="898102" y="438485"/>
                </a:cubicBezTo>
                <a:cubicBezTo>
                  <a:pt x="924891" y="404379"/>
                  <a:pt x="938286" y="358552"/>
                  <a:pt x="938286" y="301005"/>
                </a:cubicBezTo>
                <a:cubicBezTo>
                  <a:pt x="938286" y="240978"/>
                  <a:pt x="925263" y="193539"/>
                  <a:pt x="899219" y="158688"/>
                </a:cubicBezTo>
                <a:cubicBezTo>
                  <a:pt x="873174" y="123838"/>
                  <a:pt x="836463" y="106412"/>
                  <a:pt x="789086" y="106412"/>
                </a:cubicBezTo>
                <a:close/>
                <a:moveTo>
                  <a:pt x="3315891" y="9674"/>
                </a:moveTo>
                <a:lnTo>
                  <a:pt x="3767584" y="9674"/>
                </a:lnTo>
                <a:lnTo>
                  <a:pt x="3767584" y="110133"/>
                </a:lnTo>
                <a:lnTo>
                  <a:pt x="3603129" y="110133"/>
                </a:lnTo>
                <a:lnTo>
                  <a:pt x="3603129" y="586011"/>
                </a:lnTo>
                <a:lnTo>
                  <a:pt x="3479974" y="586011"/>
                </a:lnTo>
                <a:lnTo>
                  <a:pt x="3479974" y="110133"/>
                </a:lnTo>
                <a:lnTo>
                  <a:pt x="3315891" y="110133"/>
                </a:lnTo>
                <a:close/>
                <a:moveTo>
                  <a:pt x="2722141" y="9674"/>
                </a:moveTo>
                <a:lnTo>
                  <a:pt x="2856086" y="9674"/>
                </a:lnTo>
                <a:lnTo>
                  <a:pt x="3091235" y="372071"/>
                </a:lnTo>
                <a:cubicBezTo>
                  <a:pt x="3106861" y="396131"/>
                  <a:pt x="3116411" y="411386"/>
                  <a:pt x="3119884" y="417835"/>
                </a:cubicBezTo>
                <a:lnTo>
                  <a:pt x="3121744" y="417835"/>
                </a:lnTo>
                <a:cubicBezTo>
                  <a:pt x="3119264" y="403945"/>
                  <a:pt x="3118024" y="377404"/>
                  <a:pt x="3118024" y="338212"/>
                </a:cubicBezTo>
                <a:lnTo>
                  <a:pt x="3118024" y="9674"/>
                </a:lnTo>
                <a:lnTo>
                  <a:pt x="3234482" y="9674"/>
                </a:lnTo>
                <a:lnTo>
                  <a:pt x="3234482" y="586011"/>
                </a:lnTo>
                <a:lnTo>
                  <a:pt x="3108722" y="586011"/>
                </a:lnTo>
                <a:lnTo>
                  <a:pt x="2864644" y="213197"/>
                </a:lnTo>
                <a:cubicBezTo>
                  <a:pt x="2851993" y="193849"/>
                  <a:pt x="2842815" y="178222"/>
                  <a:pt x="2837110" y="166316"/>
                </a:cubicBezTo>
                <a:lnTo>
                  <a:pt x="2835250" y="166316"/>
                </a:lnTo>
                <a:cubicBezTo>
                  <a:pt x="2837483" y="186160"/>
                  <a:pt x="2838599" y="216793"/>
                  <a:pt x="2838599" y="258217"/>
                </a:cubicBezTo>
                <a:lnTo>
                  <a:pt x="2838599" y="586011"/>
                </a:lnTo>
                <a:lnTo>
                  <a:pt x="2722141" y="586011"/>
                </a:lnTo>
                <a:close/>
                <a:moveTo>
                  <a:pt x="2283991" y="9674"/>
                </a:moveTo>
                <a:lnTo>
                  <a:pt x="2611785" y="9674"/>
                </a:lnTo>
                <a:lnTo>
                  <a:pt x="2611785" y="110133"/>
                </a:lnTo>
                <a:lnTo>
                  <a:pt x="2406774" y="110133"/>
                </a:lnTo>
                <a:lnTo>
                  <a:pt x="2406774" y="245939"/>
                </a:lnTo>
                <a:lnTo>
                  <a:pt x="2597274" y="245939"/>
                </a:lnTo>
                <a:lnTo>
                  <a:pt x="2597274" y="346026"/>
                </a:lnTo>
                <a:lnTo>
                  <a:pt x="2406774" y="346026"/>
                </a:lnTo>
                <a:lnTo>
                  <a:pt x="2406774" y="485552"/>
                </a:lnTo>
                <a:lnTo>
                  <a:pt x="2625179" y="485552"/>
                </a:lnTo>
                <a:lnTo>
                  <a:pt x="2625179" y="586011"/>
                </a:lnTo>
                <a:lnTo>
                  <a:pt x="2283991" y="586011"/>
                </a:lnTo>
                <a:close/>
                <a:moveTo>
                  <a:pt x="1753791" y="9674"/>
                </a:moveTo>
                <a:lnTo>
                  <a:pt x="2205484" y="9674"/>
                </a:lnTo>
                <a:lnTo>
                  <a:pt x="2205484" y="110133"/>
                </a:lnTo>
                <a:lnTo>
                  <a:pt x="2041029" y="110133"/>
                </a:lnTo>
                <a:lnTo>
                  <a:pt x="2041029" y="586011"/>
                </a:lnTo>
                <a:lnTo>
                  <a:pt x="1917874" y="586011"/>
                </a:lnTo>
                <a:lnTo>
                  <a:pt x="1917874" y="110133"/>
                </a:lnTo>
                <a:lnTo>
                  <a:pt x="1753791" y="110133"/>
                </a:lnTo>
                <a:close/>
                <a:moveTo>
                  <a:pt x="1160041" y="9674"/>
                </a:moveTo>
                <a:lnTo>
                  <a:pt x="1293986" y="9674"/>
                </a:lnTo>
                <a:lnTo>
                  <a:pt x="1529135" y="372071"/>
                </a:lnTo>
                <a:cubicBezTo>
                  <a:pt x="1544762" y="396131"/>
                  <a:pt x="1554312" y="411386"/>
                  <a:pt x="1557784" y="417835"/>
                </a:cubicBezTo>
                <a:lnTo>
                  <a:pt x="1559644" y="417835"/>
                </a:lnTo>
                <a:cubicBezTo>
                  <a:pt x="1557164" y="403945"/>
                  <a:pt x="1555924" y="377404"/>
                  <a:pt x="1555924" y="338212"/>
                </a:cubicBezTo>
                <a:lnTo>
                  <a:pt x="1555924" y="9674"/>
                </a:lnTo>
                <a:lnTo>
                  <a:pt x="1672382" y="9674"/>
                </a:lnTo>
                <a:lnTo>
                  <a:pt x="1672382" y="586011"/>
                </a:lnTo>
                <a:lnTo>
                  <a:pt x="1546622" y="586011"/>
                </a:lnTo>
                <a:lnTo>
                  <a:pt x="1302544" y="213197"/>
                </a:lnTo>
                <a:cubicBezTo>
                  <a:pt x="1289893" y="193849"/>
                  <a:pt x="1280716" y="178222"/>
                  <a:pt x="1275011" y="166316"/>
                </a:cubicBezTo>
                <a:lnTo>
                  <a:pt x="1273150" y="166316"/>
                </a:lnTo>
                <a:cubicBezTo>
                  <a:pt x="1275383" y="186160"/>
                  <a:pt x="1276499" y="216793"/>
                  <a:pt x="1276499" y="258217"/>
                </a:cubicBezTo>
                <a:lnTo>
                  <a:pt x="1276499" y="586011"/>
                </a:lnTo>
                <a:lnTo>
                  <a:pt x="1160041" y="586011"/>
                </a:lnTo>
                <a:close/>
                <a:moveTo>
                  <a:pt x="4040684" y="0"/>
                </a:moveTo>
                <a:cubicBezTo>
                  <a:pt x="4096990" y="0"/>
                  <a:pt x="4144243" y="7318"/>
                  <a:pt x="4182442" y="21952"/>
                </a:cubicBezTo>
                <a:lnTo>
                  <a:pt x="4182442" y="137294"/>
                </a:lnTo>
                <a:cubicBezTo>
                  <a:pt x="4143747" y="111001"/>
                  <a:pt x="4098478" y="97855"/>
                  <a:pt x="4046637" y="97855"/>
                </a:cubicBezTo>
                <a:cubicBezTo>
                  <a:pt x="4016375" y="97855"/>
                  <a:pt x="3992191" y="103374"/>
                  <a:pt x="3974083" y="114412"/>
                </a:cubicBezTo>
                <a:cubicBezTo>
                  <a:pt x="3955975" y="125450"/>
                  <a:pt x="3946922" y="140271"/>
                  <a:pt x="3946922" y="158874"/>
                </a:cubicBezTo>
                <a:cubicBezTo>
                  <a:pt x="3946922" y="173757"/>
                  <a:pt x="3953123" y="187462"/>
                  <a:pt x="3965525" y="199988"/>
                </a:cubicBezTo>
                <a:cubicBezTo>
                  <a:pt x="3977927" y="212515"/>
                  <a:pt x="4008562" y="229444"/>
                  <a:pt x="4057427" y="250776"/>
                </a:cubicBezTo>
                <a:cubicBezTo>
                  <a:pt x="4114726" y="275332"/>
                  <a:pt x="4154103" y="301253"/>
                  <a:pt x="4175559" y="328538"/>
                </a:cubicBezTo>
                <a:cubicBezTo>
                  <a:pt x="4197015" y="355824"/>
                  <a:pt x="4207743" y="388318"/>
                  <a:pt x="4207743" y="426021"/>
                </a:cubicBezTo>
                <a:cubicBezTo>
                  <a:pt x="4207743" y="481335"/>
                  <a:pt x="4188147" y="523503"/>
                  <a:pt x="4148956" y="552525"/>
                </a:cubicBezTo>
                <a:cubicBezTo>
                  <a:pt x="4109765" y="581546"/>
                  <a:pt x="4054078" y="596057"/>
                  <a:pt x="3981896" y="596057"/>
                </a:cubicBezTo>
                <a:cubicBezTo>
                  <a:pt x="3915916" y="596057"/>
                  <a:pt x="3861842" y="585391"/>
                  <a:pt x="3819674" y="564059"/>
                </a:cubicBezTo>
                <a:lnTo>
                  <a:pt x="3819674" y="440904"/>
                </a:lnTo>
                <a:cubicBezTo>
                  <a:pt x="3866059" y="479351"/>
                  <a:pt x="3918768" y="498575"/>
                  <a:pt x="3977804" y="498575"/>
                </a:cubicBezTo>
                <a:cubicBezTo>
                  <a:pt x="4011290" y="498575"/>
                  <a:pt x="4036467" y="492808"/>
                  <a:pt x="4053334" y="481273"/>
                </a:cubicBezTo>
                <a:cubicBezTo>
                  <a:pt x="4070201" y="469739"/>
                  <a:pt x="4078635" y="454918"/>
                  <a:pt x="4078635" y="436811"/>
                </a:cubicBezTo>
                <a:cubicBezTo>
                  <a:pt x="4078635" y="421184"/>
                  <a:pt x="4071937" y="406425"/>
                  <a:pt x="4058543" y="392535"/>
                </a:cubicBezTo>
                <a:cubicBezTo>
                  <a:pt x="4045148" y="378644"/>
                  <a:pt x="4009802" y="359792"/>
                  <a:pt x="3952503" y="335980"/>
                </a:cubicBezTo>
                <a:cubicBezTo>
                  <a:pt x="3862462" y="297781"/>
                  <a:pt x="3817441" y="242218"/>
                  <a:pt x="3817441" y="169292"/>
                </a:cubicBezTo>
                <a:cubicBezTo>
                  <a:pt x="3817441" y="115714"/>
                  <a:pt x="3837843" y="74104"/>
                  <a:pt x="3878647" y="44463"/>
                </a:cubicBezTo>
                <a:cubicBezTo>
                  <a:pt x="3919451" y="14821"/>
                  <a:pt x="3973463" y="0"/>
                  <a:pt x="4040684" y="0"/>
                </a:cubicBezTo>
                <a:close/>
                <a:moveTo>
                  <a:pt x="792806" y="0"/>
                </a:moveTo>
                <a:cubicBezTo>
                  <a:pt x="875158" y="0"/>
                  <a:pt x="941449" y="27409"/>
                  <a:pt x="991678" y="82228"/>
                </a:cubicBezTo>
                <a:cubicBezTo>
                  <a:pt x="1041908" y="137046"/>
                  <a:pt x="1067022" y="207492"/>
                  <a:pt x="1067022" y="293564"/>
                </a:cubicBezTo>
                <a:cubicBezTo>
                  <a:pt x="1067022" y="383357"/>
                  <a:pt x="1040915" y="456221"/>
                  <a:pt x="988701" y="512155"/>
                </a:cubicBezTo>
                <a:cubicBezTo>
                  <a:pt x="936488" y="568090"/>
                  <a:pt x="868089" y="596057"/>
                  <a:pt x="783505" y="596057"/>
                </a:cubicBezTo>
                <a:cubicBezTo>
                  <a:pt x="700905" y="596057"/>
                  <a:pt x="633808" y="568958"/>
                  <a:pt x="582215" y="514760"/>
                </a:cubicBezTo>
                <a:cubicBezTo>
                  <a:pt x="530621" y="460561"/>
                  <a:pt x="504824" y="390798"/>
                  <a:pt x="504824" y="305470"/>
                </a:cubicBezTo>
                <a:cubicBezTo>
                  <a:pt x="504824" y="215181"/>
                  <a:pt x="531179" y="141697"/>
                  <a:pt x="583889" y="85018"/>
                </a:cubicBezTo>
                <a:cubicBezTo>
                  <a:pt x="636599" y="28340"/>
                  <a:pt x="706238" y="0"/>
                  <a:pt x="792806" y="0"/>
                </a:cubicBezTo>
                <a:close/>
                <a:moveTo>
                  <a:pt x="305842" y="0"/>
                </a:moveTo>
                <a:cubicBezTo>
                  <a:pt x="362148" y="0"/>
                  <a:pt x="409277" y="7318"/>
                  <a:pt x="447228" y="21952"/>
                </a:cubicBezTo>
                <a:lnTo>
                  <a:pt x="447228" y="140643"/>
                </a:lnTo>
                <a:cubicBezTo>
                  <a:pt x="408285" y="117823"/>
                  <a:pt x="364133" y="106412"/>
                  <a:pt x="314771" y="106412"/>
                </a:cubicBezTo>
                <a:cubicBezTo>
                  <a:pt x="258465" y="106412"/>
                  <a:pt x="213444" y="124396"/>
                  <a:pt x="179710" y="160363"/>
                </a:cubicBezTo>
                <a:cubicBezTo>
                  <a:pt x="145976" y="196329"/>
                  <a:pt x="129108" y="243334"/>
                  <a:pt x="129108" y="301377"/>
                </a:cubicBezTo>
                <a:cubicBezTo>
                  <a:pt x="129108" y="357932"/>
                  <a:pt x="145107" y="403449"/>
                  <a:pt x="177105" y="437927"/>
                </a:cubicBezTo>
                <a:cubicBezTo>
                  <a:pt x="209104" y="472406"/>
                  <a:pt x="252388" y="489645"/>
                  <a:pt x="306958" y="489645"/>
                </a:cubicBezTo>
                <a:cubicBezTo>
                  <a:pt x="358304" y="489645"/>
                  <a:pt x="405061" y="477243"/>
                  <a:pt x="447228" y="452438"/>
                </a:cubicBezTo>
                <a:lnTo>
                  <a:pt x="447228" y="565175"/>
                </a:lnTo>
                <a:cubicBezTo>
                  <a:pt x="405309" y="585763"/>
                  <a:pt x="350614" y="596057"/>
                  <a:pt x="283145" y="596057"/>
                </a:cubicBezTo>
                <a:cubicBezTo>
                  <a:pt x="196329" y="596057"/>
                  <a:pt x="127434" y="570074"/>
                  <a:pt x="76460" y="518108"/>
                </a:cubicBezTo>
                <a:cubicBezTo>
                  <a:pt x="25487" y="466142"/>
                  <a:pt x="0" y="396875"/>
                  <a:pt x="0" y="310307"/>
                </a:cubicBezTo>
                <a:cubicBezTo>
                  <a:pt x="0" y="219274"/>
                  <a:pt x="28463" y="144798"/>
                  <a:pt x="85390" y="86879"/>
                </a:cubicBezTo>
                <a:cubicBezTo>
                  <a:pt x="142317" y="28960"/>
                  <a:pt x="215801" y="0"/>
                  <a:pt x="305842" y="0"/>
                </a:cubicBezTo>
                <a:close/>
              </a:path>
            </a:pathLst>
          </a:custGeom>
          <a:solidFill>
            <a:srgbClr val="98B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zh-CN" altLang="en-US">
              <a:solidFill>
                <a:srgbClr val="98B3F8"/>
              </a:solidFill>
            </a:endParaRPr>
          </a:p>
        </p:txBody>
      </p:sp>
      <p:sp>
        <p:nvSpPr>
          <p:cNvPr id="36" name="序号"/>
          <p:cNvSpPr txBox="1"/>
          <p:nvPr>
            <p:custDataLst>
              <p:tags r:id="rId4"/>
            </p:custDataLst>
          </p:nvPr>
        </p:nvSpPr>
        <p:spPr>
          <a:xfrm>
            <a:off x="6505575" y="2854960"/>
            <a:ext cx="1080135" cy="828040"/>
          </a:xfrm>
          <a:prstGeom prst="chevron">
            <a:avLst>
              <a:gd name="adj" fmla="val 28143"/>
            </a:avLst>
          </a:pr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80000">
                <a:schemeClr val="accent1"/>
              </a:gs>
            </a:gsLst>
            <a:lin ang="4200000" scaled="0"/>
          </a:gradFill>
        </p:spPr>
        <p:txBody>
          <a:bodyPr wrap="none" lIns="72000" tIns="0" rIns="0" bIns="0" rtlCol="0" anchor="ctr" anchorCtr="0">
            <a:norm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+mn-ea"/>
              </a:rPr>
              <a:t>02</a:t>
            </a:r>
            <a:endParaRPr lang="en-US" sz="28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7" name="项标题"/>
          <p:cNvSpPr txBox="1"/>
          <p:nvPr>
            <p:custDataLst>
              <p:tags r:id="rId5"/>
            </p:custDataLst>
          </p:nvPr>
        </p:nvSpPr>
        <p:spPr>
          <a:xfrm>
            <a:off x="7974965" y="2477135"/>
            <a:ext cx="3100705" cy="15836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sz="2400" dirty="0">
                <a:sym typeface="+mn-ea"/>
              </a:rPr>
              <a:t>前期设计与最终实现</a:t>
            </a:r>
            <a:endParaRPr lang="zh-CN" sz="2400" dirty="0"/>
          </a:p>
        </p:txBody>
      </p:sp>
      <p:sp>
        <p:nvSpPr>
          <p:cNvPr id="38" name="序号"/>
          <p:cNvSpPr txBox="1"/>
          <p:nvPr>
            <p:custDataLst>
              <p:tags r:id="rId6"/>
            </p:custDataLst>
          </p:nvPr>
        </p:nvSpPr>
        <p:spPr>
          <a:xfrm>
            <a:off x="1278255" y="4933315"/>
            <a:ext cx="1080135" cy="828040"/>
          </a:xfrm>
          <a:prstGeom prst="chevron">
            <a:avLst>
              <a:gd name="adj" fmla="val 28143"/>
            </a:avLst>
          </a:pr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80000">
                <a:schemeClr val="accent1"/>
              </a:gs>
            </a:gsLst>
            <a:lin ang="4200000" scaled="0"/>
          </a:gradFill>
        </p:spPr>
        <p:txBody>
          <a:bodyPr wrap="none" lIns="72000" tIns="0" rIns="0" bIns="0" rtlCol="0" anchor="ctr" anchorCtr="0">
            <a:norm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+mn-ea"/>
              </a:rPr>
              <a:t>03</a:t>
            </a:r>
            <a:endParaRPr lang="en-US" sz="28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9" name="项标题"/>
          <p:cNvSpPr txBox="1"/>
          <p:nvPr>
            <p:custDataLst>
              <p:tags r:id="rId7"/>
            </p:custDataLst>
          </p:nvPr>
        </p:nvSpPr>
        <p:spPr>
          <a:xfrm>
            <a:off x="2747645" y="4555490"/>
            <a:ext cx="3100705" cy="15836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2400" dirty="0">
                <a:sym typeface="+mn-ea"/>
              </a:rPr>
              <a:t>工作汇报</a:t>
            </a:r>
            <a:endParaRPr lang="zh-CN" sz="2400" dirty="0"/>
          </a:p>
        </p:txBody>
      </p:sp>
      <p:sp>
        <p:nvSpPr>
          <p:cNvPr id="40" name="序号"/>
          <p:cNvSpPr txBox="1"/>
          <p:nvPr>
            <p:custDataLst>
              <p:tags r:id="rId8"/>
            </p:custDataLst>
          </p:nvPr>
        </p:nvSpPr>
        <p:spPr>
          <a:xfrm>
            <a:off x="6505575" y="4933315"/>
            <a:ext cx="1080135" cy="828040"/>
          </a:xfrm>
          <a:prstGeom prst="chevron">
            <a:avLst>
              <a:gd name="adj" fmla="val 28143"/>
            </a:avLst>
          </a:pr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80000">
                <a:schemeClr val="accent1"/>
              </a:gs>
            </a:gsLst>
            <a:lin ang="4200000" scaled="0"/>
          </a:gradFill>
        </p:spPr>
        <p:txBody>
          <a:bodyPr wrap="none" lIns="72000" tIns="0" rIns="0" bIns="0" rtlCol="0" anchor="ctr" anchorCtr="0">
            <a:norm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+mn-ea"/>
              </a:rPr>
              <a:t>04</a:t>
            </a:r>
            <a:endParaRPr lang="en-US" sz="28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41" name="项标题"/>
          <p:cNvSpPr txBox="1"/>
          <p:nvPr>
            <p:custDataLst>
              <p:tags r:id="rId9"/>
            </p:custDataLst>
          </p:nvPr>
        </p:nvSpPr>
        <p:spPr>
          <a:xfrm>
            <a:off x="7974965" y="4555490"/>
            <a:ext cx="3100070" cy="15836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2400" dirty="0">
                <a:sym typeface="+mn-ea"/>
              </a:rPr>
              <a:t>思考与收获</a:t>
            </a:r>
            <a:endParaRPr lang="zh-CN" sz="2400" dirty="0"/>
          </a:p>
        </p:txBody>
      </p:sp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节编号"/>
          <p:cNvSpPr>
            <a:spLocks noGrp="1"/>
          </p:cNvSpPr>
          <p:nvPr>
            <p:ph type="body" sz="quarter" idx="13"/>
            <p:custDataLst>
              <p:tags r:id="rId1"/>
            </p:custDataLst>
          </p:nvPr>
        </p:nvSpPr>
        <p:spPr/>
        <p:txBody>
          <a:bodyPr>
            <a:normAutofit lnSpcReduction="20000"/>
          </a:bodyPr>
          <a:lstStyle/>
          <a:p>
            <a:r>
              <a:rPr lang="en-US" altLang="zh-CN"/>
              <a:t>PART 01</a:t>
            </a:r>
            <a:endParaRPr lang="en-US" altLang="zh-CN"/>
          </a:p>
        </p:txBody>
      </p:sp>
      <p:sp>
        <p:nvSpPr>
          <p:cNvPr id="32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dirty="0">
                <a:sym typeface="+mn-ea"/>
              </a:rPr>
              <a:t>项目介绍与意义</a:t>
            </a:r>
            <a:endParaRPr lang="zh-CN" sz="6000" dirty="0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48284" y="375285"/>
            <a:ext cx="1554023" cy="528066"/>
            <a:chOff x="748284" y="375285"/>
            <a:chExt cx="1554023" cy="528066"/>
          </a:xfrm>
        </p:grpSpPr>
        <p:sp>
          <p:nvSpPr>
            <p:cNvPr id="2" name="TextBox 2"/>
            <p:cNvSpPr txBox="1"/>
            <p:nvPr>
              <p:custDataLst>
                <p:tags r:id="rId1"/>
              </p:custDataLst>
            </p:nvPr>
          </p:nvSpPr>
          <p:spPr>
            <a:xfrm>
              <a:off x="748284" y="375285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7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项目背景</a:t>
              </a:r>
              <a:endParaRPr lang="zh-CN" sz="2700" b="1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Rectangle 3"/>
            <p:cNvSpPr/>
            <p:nvPr>
              <p:custDataLst>
                <p:tags r:id="rId2"/>
              </p:custDataLst>
            </p:nvPr>
          </p:nvSpPr>
          <p:spPr>
            <a:xfrm>
              <a:off x="762000" y="838200"/>
              <a:ext cx="5715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753110" y="1234440"/>
            <a:ext cx="4300220" cy="4029710"/>
            <a:chOff x="752856" y="1234440"/>
            <a:chExt cx="5152644" cy="2394585"/>
          </a:xfrm>
        </p:grpSpPr>
        <p:sp>
          <p:nvSpPr>
            <p:cNvPr id="5" name="TextBox 5"/>
            <p:cNvSpPr txBox="1"/>
            <p:nvPr>
              <p:custDataLst>
                <p:tags r:id="rId3"/>
              </p:custDataLst>
            </p:nvPr>
          </p:nvSpPr>
          <p:spPr>
            <a:xfrm>
              <a:off x="752856" y="1234440"/>
              <a:ext cx="2160123" cy="3520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开发工具与环境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762000" y="1666875"/>
              <a:ext cx="5143500" cy="419100"/>
              <a:chOff x="762000" y="1666875"/>
              <a:chExt cx="5143500" cy="419100"/>
            </a:xfrm>
          </p:grpSpPr>
          <p:sp>
            <p:nvSpPr>
              <p:cNvPr id="6" name="Rectangle 6"/>
              <p:cNvSpPr/>
              <p:nvPr>
                <p:custDataLst>
                  <p:tags r:id="rId4"/>
                </p:custDataLst>
              </p:nvPr>
            </p:nvSpPr>
            <p:spPr>
              <a:xfrm>
                <a:off x="762000" y="1666875"/>
                <a:ext cx="5143500" cy="419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907542" y="1787842"/>
                <a:ext cx="242978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en-US" sz="135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Unity 2022.3.62f3c1 (LTS)</a:t>
                </a:r>
                <a:endParaRPr lang="en-US" sz="135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762000" y="2181225"/>
              <a:ext cx="5143500" cy="419100"/>
              <a:chOff x="762000" y="2181225"/>
              <a:chExt cx="5143500" cy="419100"/>
            </a:xfrm>
          </p:grpSpPr>
          <p:sp>
            <p:nvSpPr>
              <p:cNvPr id="9" name="Rectangle 9"/>
              <p:cNvSpPr/>
              <p:nvPr>
                <p:custDataLst>
                  <p:tags r:id="rId6"/>
                </p:custDataLst>
              </p:nvPr>
            </p:nvSpPr>
            <p:spPr>
              <a:xfrm>
                <a:off x="762000" y="2181225"/>
                <a:ext cx="5143500" cy="419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907327" y="2302350"/>
                <a:ext cx="3048825" cy="264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en-US" sz="135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Pico 4 Ultra Enterprise (Android)</a:t>
                </a:r>
                <a:endParaRPr lang="en-US" sz="135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62000" y="2695575"/>
              <a:ext cx="5143500" cy="419100"/>
              <a:chOff x="762000" y="2695575"/>
              <a:chExt cx="5143500" cy="419100"/>
            </a:xfrm>
          </p:grpSpPr>
          <p:sp>
            <p:nvSpPr>
              <p:cNvPr id="12" name="Rectangle 12"/>
              <p:cNvSpPr/>
              <p:nvPr>
                <p:custDataLst>
                  <p:tags r:id="rId8"/>
                </p:custDataLst>
              </p:nvPr>
            </p:nvSpPr>
            <p:spPr>
              <a:xfrm>
                <a:off x="762000" y="2695575"/>
                <a:ext cx="5143500" cy="419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907327" y="2816700"/>
                <a:ext cx="2858607" cy="264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en-US" sz="135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Pico Integration SDK 3.4.0</a:t>
                </a:r>
                <a:endParaRPr lang="en-US" sz="135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762000" y="3209925"/>
              <a:ext cx="5143500" cy="419100"/>
              <a:chOff x="762000" y="3209925"/>
              <a:chExt cx="5143500" cy="419100"/>
            </a:xfrm>
          </p:grpSpPr>
          <p:sp>
            <p:nvSpPr>
              <p:cNvPr id="15" name="Rectangle 15"/>
              <p:cNvSpPr/>
              <p:nvPr>
                <p:custDataLst>
                  <p:tags r:id="rId10"/>
                </p:custDataLst>
              </p:nvPr>
            </p:nvSpPr>
            <p:spPr>
              <a:xfrm>
                <a:off x="762000" y="3209925"/>
                <a:ext cx="5143500" cy="419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907327" y="3331050"/>
                <a:ext cx="4416117" cy="264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5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Go 语言后端 + HTTP / WebSocket / UDP</a:t>
                </a:r>
                <a:endParaRPr lang="zh-CN" sz="135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6268720" y="1234440"/>
            <a:ext cx="5152390" cy="4029710"/>
            <a:chOff x="6277356" y="1234440"/>
            <a:chExt cx="5152644" cy="2394585"/>
          </a:xfrm>
        </p:grpSpPr>
        <p:sp>
          <p:nvSpPr>
            <p:cNvPr id="19" name="TextBox 19"/>
            <p:cNvSpPr txBox="1"/>
            <p:nvPr>
              <p:custDataLst>
                <p:tags r:id="rId12"/>
              </p:custDataLst>
            </p:nvPr>
          </p:nvSpPr>
          <p:spPr>
            <a:xfrm>
              <a:off x="6277356" y="12344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+mn-ea"/>
                  <a:cs typeface="+mn-cs"/>
                </a:rPr>
                <a:t>游戏受众</a:t>
              </a:r>
              <a:endParaRPr lang="zh-CN" sz="18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6286500" y="1666875"/>
              <a:ext cx="5143500" cy="419100"/>
              <a:chOff x="6286500" y="1666875"/>
              <a:chExt cx="5143500" cy="419100"/>
            </a:xfrm>
          </p:grpSpPr>
          <p:sp>
            <p:nvSpPr>
              <p:cNvPr id="20" name="Rectangle 20"/>
              <p:cNvSpPr/>
              <p:nvPr>
                <p:custDataLst>
                  <p:tags r:id="rId13"/>
                </p:custDataLst>
              </p:nvPr>
            </p:nvSpPr>
            <p:spPr>
              <a:xfrm>
                <a:off x="6286500" y="1666875"/>
                <a:ext cx="5143500" cy="419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6432042" y="1787842"/>
                <a:ext cx="20491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5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MR 混合现实体验爱好者</a:t>
                </a:r>
                <a:endParaRPr lang="zh-CN" sz="135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286500" y="2181225"/>
              <a:ext cx="5143500" cy="419100"/>
              <a:chOff x="6286500" y="2181225"/>
              <a:chExt cx="5143500" cy="419100"/>
            </a:xfrm>
          </p:grpSpPr>
          <p:sp>
            <p:nvSpPr>
              <p:cNvPr id="23" name="Rectangle 23"/>
              <p:cNvSpPr/>
              <p:nvPr>
                <p:custDataLst>
                  <p:tags r:id="rId15"/>
                </p:custDataLst>
              </p:nvPr>
            </p:nvSpPr>
            <p:spPr>
              <a:xfrm>
                <a:off x="6286500" y="2181225"/>
                <a:ext cx="5143500" cy="419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6432042" y="2302192"/>
                <a:ext cx="14433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5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Pico VR 头显用户</a:t>
                </a:r>
                <a:endParaRPr lang="zh-CN" sz="135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6286500" y="2695575"/>
              <a:ext cx="5143500" cy="419100"/>
              <a:chOff x="6286500" y="2695575"/>
              <a:chExt cx="5143500" cy="419100"/>
            </a:xfrm>
          </p:grpSpPr>
          <p:sp>
            <p:nvSpPr>
              <p:cNvPr id="26" name="Rectangle 26"/>
              <p:cNvSpPr/>
              <p:nvPr>
                <p:custDataLst>
                  <p:tags r:id="rId17"/>
                </p:custDataLst>
              </p:nvPr>
            </p:nvSpPr>
            <p:spPr>
              <a:xfrm>
                <a:off x="6286500" y="2695575"/>
                <a:ext cx="5143500" cy="419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6432042" y="2816542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5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双人联机对战玩家</a:t>
                </a:r>
                <a:endParaRPr lang="zh-CN" sz="135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286500" y="3209925"/>
              <a:ext cx="5143500" cy="419100"/>
              <a:chOff x="6286500" y="3209925"/>
              <a:chExt cx="5143500" cy="419100"/>
            </a:xfrm>
          </p:grpSpPr>
          <p:sp>
            <p:nvSpPr>
              <p:cNvPr id="29" name="Rectangle 29"/>
              <p:cNvSpPr/>
              <p:nvPr>
                <p:custDataLst>
                  <p:tags r:id="rId19"/>
                </p:custDataLst>
              </p:nvPr>
            </p:nvSpPr>
            <p:spPr>
              <a:xfrm>
                <a:off x="6286500" y="3209925"/>
                <a:ext cx="5143500" cy="419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6432042" y="3330892"/>
                <a:ext cx="276703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5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空间计算 / 真实环境交互技术用户</a:t>
                </a:r>
                <a:endParaRPr lang="zh-CN" sz="135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33" name="TextBox 33"/>
          <p:cNvSpPr txBox="1"/>
          <p:nvPr>
            <p:custDataLst>
              <p:tags r:id="rId21"/>
            </p:custDataLst>
          </p:nvPr>
        </p:nvSpPr>
        <p:spPr>
          <a:xfrm>
            <a:off x="11477244" y="6506528"/>
            <a:ext cx="148590" cy="1612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en-US" sz="105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04</a:t>
            </a:r>
            <a:endParaRPr lang="en-US" sz="105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custDataLst>
      <p:tags r:id="rId2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48284" y="375285"/>
            <a:ext cx="1554023" cy="528066"/>
            <a:chOff x="748284" y="375285"/>
            <a:chExt cx="1554023" cy="528066"/>
          </a:xfrm>
        </p:grpSpPr>
        <p:sp>
          <p:nvSpPr>
            <p:cNvPr id="2" name="TextBox 2"/>
            <p:cNvSpPr txBox="1"/>
            <p:nvPr>
              <p:custDataLst>
                <p:tags r:id="rId1"/>
              </p:custDataLst>
            </p:nvPr>
          </p:nvSpPr>
          <p:spPr>
            <a:xfrm>
              <a:off x="748284" y="375285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7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项目介绍</a:t>
              </a:r>
              <a:endParaRPr lang="zh-CN" sz="2700" b="1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Rectangle 3"/>
            <p:cNvSpPr/>
            <p:nvPr>
              <p:custDataLst>
                <p:tags r:id="rId2"/>
              </p:custDataLst>
            </p:nvPr>
          </p:nvSpPr>
          <p:spPr>
            <a:xfrm>
              <a:off x="762000" y="838200"/>
              <a:ext cx="5715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752856" y="1139190"/>
            <a:ext cx="7889182" cy="352044"/>
            <a:chOff x="752856" y="1139190"/>
            <a:chExt cx="7889182" cy="352044"/>
          </a:xfrm>
        </p:grpSpPr>
        <p:sp>
          <p:nvSpPr>
            <p:cNvPr id="5" name="TextBox 5"/>
            <p:cNvSpPr txBox="1"/>
            <p:nvPr>
              <p:custDataLst>
                <p:tags r:id="rId3"/>
              </p:custDataLst>
            </p:nvPr>
          </p:nvSpPr>
          <p:spPr>
            <a:xfrm>
              <a:off x="752856" y="1139190"/>
              <a:ext cx="78891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一款基于 Pico 4 Ultra Enterprise 的双人混合现实（MR）夺旗对战游戏</a:t>
              </a:r>
              <a:endParaRPr lang="zh-CN" sz="180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1666875"/>
            <a:ext cx="10668000" cy="952500"/>
            <a:chOff x="762000" y="1666875"/>
            <a:chExt cx="10668000" cy="952500"/>
          </a:xfrm>
        </p:grpSpPr>
        <p:sp>
          <p:nvSpPr>
            <p:cNvPr id="7" name="Rectangle 7"/>
            <p:cNvSpPr/>
            <p:nvPr>
              <p:custDataLst>
                <p:tags r:id="rId4"/>
              </p:custDataLst>
            </p:nvPr>
          </p:nvSpPr>
          <p:spPr>
            <a:xfrm>
              <a:off x="762000" y="1666875"/>
              <a:ext cx="10668000" cy="952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>
              <p:custDataLst>
                <p:tags r:id="rId5"/>
              </p:custDataLst>
            </p:nvPr>
          </p:nvSpPr>
          <p:spPr>
            <a:xfrm>
              <a:off x="762000" y="1666875"/>
              <a:ext cx="38100" cy="952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>
              <p:custDataLst>
                <p:tags r:id="rId6"/>
              </p:custDataLst>
            </p:nvPr>
          </p:nvSpPr>
          <p:spPr>
            <a:xfrm>
              <a:off x="1038606" y="18059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核心玩法</a:t>
              </a:r>
              <a:endParaRPr lang="zh-CN" sz="1800" b="1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7"/>
              </p:custDataLst>
            </p:nvPr>
          </p:nvSpPr>
          <p:spPr>
            <a:xfrm>
              <a:off x="1040892" y="2187892"/>
              <a:ext cx="8010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在限定时间内，玩家佩戴头显在真实空间中抓取虚拟旗帜得分 —  双人实时联机对战</a:t>
              </a:r>
              <a:endParaRPr lang="zh-CN" sz="135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3000375"/>
            <a:ext cx="10668000" cy="1333500"/>
            <a:chOff x="762000" y="3000375"/>
            <a:chExt cx="10668000" cy="1333500"/>
          </a:xfrm>
        </p:grpSpPr>
        <p:sp>
          <p:nvSpPr>
            <p:cNvPr id="12" name="Rectangle 12"/>
            <p:cNvSpPr/>
            <p:nvPr>
              <p:custDataLst>
                <p:tags r:id="rId8"/>
              </p:custDataLst>
            </p:nvPr>
          </p:nvSpPr>
          <p:spPr>
            <a:xfrm>
              <a:off x="762000" y="3000375"/>
              <a:ext cx="3429000" cy="133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>
              <p:custDataLst>
                <p:tags r:id="rId9"/>
              </p:custDataLst>
            </p:nvPr>
          </p:nvSpPr>
          <p:spPr>
            <a:xfrm>
              <a:off x="1042416" y="3268028"/>
              <a:ext cx="14859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en-US" sz="1050" dirty="0">
                  <a:solidFill>
                    <a:schemeClr val="accent1">
                      <a:lumMod val="50000"/>
                    </a:schemeClr>
                  </a:solidFill>
                  <a:cs typeface="Consolas" panose="020B0609020204030204"/>
                </a:rPr>
                <a:t>01</a:t>
              </a:r>
              <a:endParaRPr lang="en-US" sz="1050" dirty="0">
                <a:solidFill>
                  <a:schemeClr val="accent1">
                    <a:lumMod val="50000"/>
                  </a:schemeClr>
                </a:solidFill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>
              <p:custDataLst>
                <p:tags r:id="rId10"/>
              </p:custDataLst>
            </p:nvPr>
          </p:nvSpPr>
          <p:spPr>
            <a:xfrm>
              <a:off x="1039368" y="3489008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地图编辑器</a:t>
              </a:r>
              <a:endParaRPr lang="zh-CN" sz="1650" b="1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11"/>
              </p:custDataLst>
            </p:nvPr>
          </p:nvSpPr>
          <p:spPr>
            <a:xfrm>
              <a:off x="1041654" y="3823335"/>
              <a:ext cx="1787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XR 手柄搭建自定义场景</a:t>
              </a:r>
              <a:endParaRPr lang="zh-CN" sz="120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>
              <p:custDataLst>
                <p:tags r:id="rId12"/>
              </p:custDataLst>
            </p:nvPr>
          </p:nvSpPr>
          <p:spPr>
            <a:xfrm>
              <a:off x="4381500" y="3000375"/>
              <a:ext cx="3429000" cy="133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>
              <p:custDataLst>
                <p:tags r:id="rId13"/>
              </p:custDataLst>
            </p:nvPr>
          </p:nvSpPr>
          <p:spPr>
            <a:xfrm>
              <a:off x="4661916" y="3268028"/>
              <a:ext cx="14859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en-US" sz="1050" dirty="0">
                  <a:solidFill>
                    <a:schemeClr val="accent2">
                      <a:lumMod val="50000"/>
                    </a:schemeClr>
                  </a:solidFill>
                  <a:cs typeface="Consolas" panose="020B0609020204030204"/>
                </a:rPr>
                <a:t>02</a:t>
              </a:r>
              <a:endParaRPr lang="en-US" sz="1050" dirty="0">
                <a:solidFill>
                  <a:schemeClr val="accent2">
                    <a:lumMod val="50000"/>
                  </a:schemeClr>
                </a:solidFill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4"/>
              </p:custDataLst>
            </p:nvPr>
          </p:nvSpPr>
          <p:spPr>
            <a:xfrm>
              <a:off x="4658868" y="34890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地图同步</a:t>
              </a:r>
              <a:endParaRPr lang="zh-CN" sz="1650" b="1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>
              <p:custDataLst>
                <p:tags r:id="rId15"/>
              </p:custDataLst>
            </p:nvPr>
          </p:nvSpPr>
          <p:spPr>
            <a:xfrm>
              <a:off x="4661154" y="3823335"/>
              <a:ext cx="18851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WebSocket 云端推送地图</a:t>
              </a:r>
              <a:endParaRPr lang="zh-CN" sz="120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>
              <p:custDataLst>
                <p:tags r:id="rId16"/>
              </p:custDataLst>
            </p:nvPr>
          </p:nvSpPr>
          <p:spPr>
            <a:xfrm>
              <a:off x="8001000" y="3000375"/>
              <a:ext cx="3429000" cy="133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>
              <p:custDataLst>
                <p:tags r:id="rId17"/>
              </p:custDataLst>
            </p:nvPr>
          </p:nvSpPr>
          <p:spPr>
            <a:xfrm>
              <a:off x="8281416" y="3268028"/>
              <a:ext cx="14859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en-US" sz="1050" dirty="0">
                  <a:solidFill>
                    <a:schemeClr val="accent3">
                      <a:lumMod val="50000"/>
                    </a:schemeClr>
                  </a:solidFill>
                  <a:cs typeface="Consolas" panose="020B0609020204030204"/>
                </a:rPr>
                <a:t>03</a:t>
              </a:r>
              <a:endParaRPr lang="en-US" sz="1050" dirty="0">
                <a:solidFill>
                  <a:schemeClr val="accent3">
                    <a:lumMod val="50000"/>
                  </a:schemeClr>
                </a:solidFill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>
              <p:custDataLst>
                <p:tags r:id="rId18"/>
              </p:custDataLst>
            </p:nvPr>
          </p:nvSpPr>
          <p:spPr>
            <a:xfrm>
              <a:off x="8278368" y="34890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实时同步</a:t>
              </a:r>
              <a:endParaRPr lang="zh-CN" sz="1650" b="1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19"/>
              </p:custDataLst>
            </p:nvPr>
          </p:nvSpPr>
          <p:spPr>
            <a:xfrm>
              <a:off x="8280654" y="3823335"/>
              <a:ext cx="1970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UDP 30Hz 位置 + 空间锚点</a:t>
              </a:r>
              <a:endParaRPr lang="zh-CN" sz="120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62000" y="4681855"/>
            <a:ext cx="10668000" cy="762000"/>
            <a:chOff x="6191250" y="4714875"/>
            <a:chExt cx="5238750" cy="762000"/>
          </a:xfrm>
        </p:grpSpPr>
        <p:sp>
          <p:nvSpPr>
            <p:cNvPr id="29" name="Rectangle 29"/>
            <p:cNvSpPr/>
            <p:nvPr>
              <p:custDataLst>
                <p:tags r:id="rId20"/>
              </p:custDataLst>
            </p:nvPr>
          </p:nvSpPr>
          <p:spPr>
            <a:xfrm>
              <a:off x="6191250" y="4714875"/>
              <a:ext cx="523875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Rectangle 30"/>
            <p:cNvSpPr/>
            <p:nvPr>
              <p:custDataLst>
                <p:tags r:id="rId21"/>
              </p:custDataLst>
            </p:nvPr>
          </p:nvSpPr>
          <p:spPr>
            <a:xfrm>
              <a:off x="6191250" y="4714875"/>
              <a:ext cx="38100" cy="76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>
              <p:custDataLst>
                <p:tags r:id="rId22"/>
              </p:custDataLst>
            </p:nvPr>
          </p:nvSpPr>
          <p:spPr>
            <a:xfrm>
              <a:off x="6327671" y="484727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联机模式</a:t>
              </a:r>
              <a:endParaRPr lang="zh-CN" sz="1650" b="1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>
              <p:custDataLst>
                <p:tags r:id="rId23"/>
              </p:custDataLst>
            </p:nvPr>
          </p:nvSpPr>
          <p:spPr>
            <a:xfrm>
              <a:off x="6327150" y="517652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双人局域网实时对战，服务端仲裁游戏逻辑</a:t>
              </a:r>
              <a:endParaRPr lang="zh-CN" sz="120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4" name="TextBox 34"/>
          <p:cNvSpPr txBox="1"/>
          <p:nvPr>
            <p:custDataLst>
              <p:tags r:id="rId24"/>
            </p:custDataLst>
          </p:nvPr>
        </p:nvSpPr>
        <p:spPr>
          <a:xfrm>
            <a:off x="11477244" y="6506528"/>
            <a:ext cx="148590" cy="1612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en-US" sz="105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05</a:t>
            </a:r>
            <a:endParaRPr lang="en-US" sz="105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custDataLst>
      <p:tags r:id="rId2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48284" y="375285"/>
            <a:ext cx="1554023" cy="528066"/>
            <a:chOff x="748284" y="375285"/>
            <a:chExt cx="1554023" cy="528066"/>
          </a:xfrm>
        </p:grpSpPr>
        <p:sp>
          <p:nvSpPr>
            <p:cNvPr id="2" name="TextBox 2"/>
            <p:cNvSpPr txBox="1"/>
            <p:nvPr>
              <p:custDataLst>
                <p:tags r:id="rId1"/>
              </p:custDataLst>
            </p:nvPr>
          </p:nvSpPr>
          <p:spPr>
            <a:xfrm>
              <a:off x="748284" y="375285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7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项目意义</a:t>
              </a:r>
              <a:endParaRPr lang="zh-CN" sz="2700" b="1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Rectangle 3"/>
            <p:cNvSpPr/>
            <p:nvPr>
              <p:custDataLst>
                <p:tags r:id="rId2"/>
              </p:custDataLst>
            </p:nvPr>
          </p:nvSpPr>
          <p:spPr>
            <a:xfrm>
              <a:off x="762000" y="838200"/>
              <a:ext cx="5715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753110" y="1234440"/>
            <a:ext cx="5152390" cy="3547110"/>
            <a:chOff x="752856" y="1234440"/>
            <a:chExt cx="5152644" cy="2594610"/>
          </a:xfrm>
        </p:grpSpPr>
        <p:sp>
          <p:nvSpPr>
            <p:cNvPr id="5" name="TextBox 5"/>
            <p:cNvSpPr txBox="1"/>
            <p:nvPr>
              <p:custDataLst>
                <p:tags r:id="rId3"/>
              </p:custDataLst>
            </p:nvPr>
          </p:nvSpPr>
          <p:spPr>
            <a:xfrm>
              <a:off x="752856" y="12344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对项目的意义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762000" y="1714500"/>
              <a:ext cx="5143500" cy="457200"/>
              <a:chOff x="762000" y="1714500"/>
              <a:chExt cx="5143500" cy="457200"/>
            </a:xfrm>
          </p:grpSpPr>
          <p:sp>
            <p:nvSpPr>
              <p:cNvPr id="6" name="Rectangle 6"/>
              <p:cNvSpPr/>
              <p:nvPr>
                <p:custDataLst>
                  <p:tags r:id="rId4"/>
                </p:custDataLst>
              </p:nvPr>
            </p:nvSpPr>
            <p:spPr>
              <a:xfrm>
                <a:off x="762000" y="1714500"/>
                <a:ext cx="5143500" cy="457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907923" y="1862614"/>
                <a:ext cx="327195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8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探索 MR 混合现实技术在游戏领域的应用</a:t>
                </a:r>
                <a:endParaRPr lang="zh-CN" sz="128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762000" y="2266950"/>
              <a:ext cx="5143500" cy="457200"/>
              <a:chOff x="762000" y="2266950"/>
              <a:chExt cx="5143500" cy="457200"/>
            </a:xfrm>
          </p:grpSpPr>
          <p:sp>
            <p:nvSpPr>
              <p:cNvPr id="9" name="Rectangle 9"/>
              <p:cNvSpPr/>
              <p:nvPr>
                <p:custDataLst>
                  <p:tags r:id="rId6"/>
                </p:custDataLst>
              </p:nvPr>
            </p:nvSpPr>
            <p:spPr>
              <a:xfrm>
                <a:off x="762000" y="2266950"/>
                <a:ext cx="5143500" cy="457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907923" y="2415064"/>
                <a:ext cx="382726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8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实现 空间定位 → 编辑 → 对战 → 同步 的 MR 闭环</a:t>
                </a:r>
                <a:endParaRPr lang="zh-CN" sz="128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62000" y="2819400"/>
              <a:ext cx="5143500" cy="457200"/>
              <a:chOff x="762000" y="2819400"/>
              <a:chExt cx="5143500" cy="457200"/>
            </a:xfrm>
          </p:grpSpPr>
          <p:sp>
            <p:nvSpPr>
              <p:cNvPr id="12" name="Rectangle 12"/>
              <p:cNvSpPr/>
              <p:nvPr>
                <p:custDataLst>
                  <p:tags r:id="rId8"/>
                </p:custDataLst>
              </p:nvPr>
            </p:nvSpPr>
            <p:spPr>
              <a:xfrm>
                <a:off x="762000" y="2819400"/>
                <a:ext cx="5143500" cy="457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907923" y="2967514"/>
                <a:ext cx="330484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8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打通 Unity 客户端与 Go 服务端的全栈链路</a:t>
                </a:r>
                <a:endParaRPr lang="zh-CN" sz="128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762000" y="3371850"/>
              <a:ext cx="5143500" cy="457200"/>
              <a:chOff x="762000" y="3371850"/>
              <a:chExt cx="5143500" cy="457200"/>
            </a:xfrm>
          </p:grpSpPr>
          <p:sp>
            <p:nvSpPr>
              <p:cNvPr id="15" name="Rectangle 15"/>
              <p:cNvSpPr/>
              <p:nvPr>
                <p:custDataLst>
                  <p:tags r:id="rId10"/>
                </p:custDataLst>
              </p:nvPr>
            </p:nvSpPr>
            <p:spPr>
              <a:xfrm>
                <a:off x="762000" y="3371850"/>
                <a:ext cx="5143500" cy="457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907923" y="3519964"/>
                <a:ext cx="345930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8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为 Pico 平台 MR 多人交互应用提供参考方案</a:t>
                </a:r>
                <a:endParaRPr lang="zh-CN" sz="128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6277610" y="1234440"/>
            <a:ext cx="5152390" cy="4302125"/>
            <a:chOff x="6277356" y="1234440"/>
            <a:chExt cx="5152644" cy="3147060"/>
          </a:xfrm>
        </p:grpSpPr>
        <p:sp>
          <p:nvSpPr>
            <p:cNvPr id="19" name="TextBox 19"/>
            <p:cNvSpPr txBox="1"/>
            <p:nvPr>
              <p:custDataLst>
                <p:tags r:id="rId12"/>
              </p:custDataLst>
            </p:nvPr>
          </p:nvSpPr>
          <p:spPr>
            <a:xfrm>
              <a:off x="6277356" y="12344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+mn-ea"/>
                  <a:cs typeface="+mn-cs"/>
                </a:rPr>
                <a:t>对成员的意义</a:t>
              </a:r>
              <a:endParaRPr lang="zh-CN" sz="18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6286500" y="1714500"/>
              <a:ext cx="5143500" cy="457200"/>
              <a:chOff x="6286500" y="1714500"/>
              <a:chExt cx="5143500" cy="457200"/>
            </a:xfrm>
          </p:grpSpPr>
          <p:sp>
            <p:nvSpPr>
              <p:cNvPr id="20" name="Rectangle 20"/>
              <p:cNvSpPr/>
              <p:nvPr>
                <p:custDataLst>
                  <p:tags r:id="rId13"/>
                </p:custDataLst>
              </p:nvPr>
            </p:nvSpPr>
            <p:spPr>
              <a:xfrm>
                <a:off x="6286500" y="1714500"/>
                <a:ext cx="5143500" cy="457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6432423" y="1862614"/>
                <a:ext cx="320238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8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深入学习 Unity XR 开发与 Pico SDK 集成</a:t>
                </a:r>
                <a:endParaRPr lang="zh-CN" sz="128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286500" y="2266950"/>
              <a:ext cx="5143500" cy="457200"/>
              <a:chOff x="6286500" y="2266950"/>
              <a:chExt cx="5143500" cy="457200"/>
            </a:xfrm>
          </p:grpSpPr>
          <p:sp>
            <p:nvSpPr>
              <p:cNvPr id="23" name="Rectangle 23"/>
              <p:cNvSpPr/>
              <p:nvPr>
                <p:custDataLst>
                  <p:tags r:id="rId15"/>
                </p:custDataLst>
              </p:nvPr>
            </p:nvSpPr>
            <p:spPr>
              <a:xfrm>
                <a:off x="6286500" y="2266950"/>
                <a:ext cx="5143500" cy="457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6432423" y="2415064"/>
                <a:ext cx="308989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8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掌握 MR 空间锚点创建与应用核心技术</a:t>
                </a:r>
                <a:endParaRPr lang="zh-CN" sz="128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6286500" y="2819400"/>
              <a:ext cx="5143500" cy="457200"/>
              <a:chOff x="6286500" y="2819400"/>
              <a:chExt cx="5143500" cy="457200"/>
            </a:xfrm>
          </p:grpSpPr>
          <p:sp>
            <p:nvSpPr>
              <p:cNvPr id="26" name="Rectangle 26"/>
              <p:cNvSpPr/>
              <p:nvPr>
                <p:custDataLst>
                  <p:tags r:id="rId17"/>
                </p:custDataLst>
              </p:nvPr>
            </p:nvSpPr>
            <p:spPr>
              <a:xfrm>
                <a:off x="6286500" y="2819400"/>
                <a:ext cx="5143500" cy="457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6432423" y="2967514"/>
                <a:ext cx="363751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8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积累 WebSocket / UDP 实时网络通信实战经验</a:t>
                </a:r>
                <a:endParaRPr lang="zh-CN" sz="128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286500" y="3371850"/>
              <a:ext cx="5143500" cy="457200"/>
              <a:chOff x="6286500" y="3371850"/>
              <a:chExt cx="5143500" cy="457200"/>
            </a:xfrm>
          </p:grpSpPr>
          <p:sp>
            <p:nvSpPr>
              <p:cNvPr id="29" name="Rectangle 29"/>
              <p:cNvSpPr/>
              <p:nvPr>
                <p:custDataLst>
                  <p:tags r:id="rId19"/>
                </p:custDataLst>
              </p:nvPr>
            </p:nvSpPr>
            <p:spPr>
              <a:xfrm>
                <a:off x="6286500" y="3371850"/>
                <a:ext cx="5143500" cy="457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6432423" y="3519964"/>
                <a:ext cx="303705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8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理解客户端-服务端协议设计与协作流程</a:t>
                </a:r>
                <a:endParaRPr lang="zh-CN" sz="128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6286500" y="3924300"/>
              <a:ext cx="5143500" cy="457200"/>
              <a:chOff x="6286500" y="3924300"/>
              <a:chExt cx="5143500" cy="457200"/>
            </a:xfrm>
          </p:grpSpPr>
          <p:sp>
            <p:nvSpPr>
              <p:cNvPr id="32" name="Rectangle 32"/>
              <p:cNvSpPr/>
              <p:nvPr>
                <p:custDataLst>
                  <p:tags r:id="rId21"/>
                </p:custDataLst>
              </p:nvPr>
            </p:nvSpPr>
            <p:spPr>
              <a:xfrm>
                <a:off x="6286500" y="3924300"/>
                <a:ext cx="5143500" cy="457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6432423" y="4072414"/>
                <a:ext cx="29422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8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锻炼复杂系统架构设计与团队协作能力</a:t>
                </a:r>
                <a:endParaRPr lang="zh-CN" sz="128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36" name="TextBox 36"/>
          <p:cNvSpPr txBox="1"/>
          <p:nvPr>
            <p:custDataLst>
              <p:tags r:id="rId23"/>
            </p:custDataLst>
          </p:nvPr>
        </p:nvSpPr>
        <p:spPr>
          <a:xfrm>
            <a:off x="11477244" y="6506528"/>
            <a:ext cx="148590" cy="1612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en-US" sz="105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06</a:t>
            </a:r>
            <a:endParaRPr lang="en-US" sz="105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sz="5400" dirty="0"/>
              <a:t>前期设计与最终实现</a:t>
            </a:r>
            <a:endParaRPr lang="zh-CN" sz="5400" dirty="0"/>
          </a:p>
        </p:txBody>
      </p:sp>
      <p:sp>
        <p:nvSpPr>
          <p:cNvPr id="28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PART 02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48284" y="280035"/>
            <a:ext cx="3462261" cy="528066"/>
            <a:chOff x="748284" y="280035"/>
            <a:chExt cx="3462261" cy="528066"/>
          </a:xfrm>
        </p:grpSpPr>
        <p:sp>
          <p:nvSpPr>
            <p:cNvPr id="2" name="TextBox 2"/>
            <p:cNvSpPr txBox="1"/>
            <p:nvPr>
              <p:custDataLst>
                <p:tags r:id="rId1"/>
              </p:custDataLst>
            </p:nvPr>
          </p:nvSpPr>
          <p:spPr>
            <a:xfrm>
              <a:off x="748284" y="280035"/>
              <a:ext cx="346226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7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游戏流程</a:t>
              </a:r>
              <a:endParaRPr lang="zh-CN" sz="2700" b="1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Rectangle 3"/>
            <p:cNvSpPr/>
            <p:nvPr>
              <p:custDataLst>
                <p:tags r:id="rId2"/>
              </p:custDataLst>
            </p:nvPr>
          </p:nvSpPr>
          <p:spPr>
            <a:xfrm>
              <a:off x="762000" y="742950"/>
              <a:ext cx="5715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866140" y="7173595"/>
            <a:ext cx="10096500" cy="1013460"/>
            <a:chOff x="571500" y="996315"/>
            <a:chExt cx="10096500" cy="1013460"/>
          </a:xfrm>
        </p:grpSpPr>
        <p:sp>
          <p:nvSpPr>
            <p:cNvPr id="5" name="TextBox 5"/>
            <p:cNvSpPr txBox="1"/>
            <p:nvPr>
              <p:custDataLst>
                <p:tags r:id="rId3"/>
              </p:custDataLst>
            </p:nvPr>
          </p:nvSpPr>
          <p:spPr>
            <a:xfrm>
              <a:off x="752856" y="9963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游戏流程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571500" y="1476375"/>
              <a:ext cx="1954676" cy="533400"/>
              <a:chOff x="571500" y="1476375"/>
              <a:chExt cx="1954676" cy="533400"/>
            </a:xfrm>
          </p:grpSpPr>
          <p:sp>
            <p:nvSpPr>
              <p:cNvPr id="6" name="Rectangle 6"/>
              <p:cNvSpPr/>
              <p:nvPr>
                <p:custDataLst>
                  <p:tags r:id="rId4"/>
                </p:custDataLst>
              </p:nvPr>
            </p:nvSpPr>
            <p:spPr>
              <a:xfrm>
                <a:off x="571500" y="1476375"/>
                <a:ext cx="1714500" cy="533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>
                <p:custDataLst>
                  <p:tags r:id="rId5"/>
                </p:custDataLst>
              </p:nvPr>
            </p:nvSpPr>
            <p:spPr>
              <a:xfrm>
                <a:off x="571500" y="1476375"/>
                <a:ext cx="38100" cy="533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717042" y="1578292"/>
                <a:ext cx="58618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50" b="1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主菜单</a:t>
                </a:r>
                <a:endParaRPr lang="zh-CN" sz="135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9" name="TextBox 9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718947" y="1809274"/>
                <a:ext cx="61867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en-US" sz="980" dirty="0">
                    <a:solidFill>
                      <a:schemeClr val="accent5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  <a:t>MainMenu</a:t>
                </a:r>
                <a:endParaRPr lang="en-US" sz="980" dirty="0">
                  <a:solidFill>
                    <a:schemeClr val="accent5">
                      <a:lumMod val="50000"/>
                    </a:schemeClr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0" name="TextBox 10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2375154" y="1708785"/>
                <a:ext cx="151022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1"/>
                    </a:solidFill>
                    <a:cs typeface="Consolas" panose="020B0609020204030204"/>
                  </a:rPr>
                  <a:t>→</a:t>
                </a:r>
                <a:endParaRPr lang="en-US" sz="1200" dirty="0">
                  <a:solidFill>
                    <a:schemeClr val="accent1"/>
                  </a:solidFill>
                  <a:cs typeface="Consolas" panose="020B0609020204030204"/>
                </a:endParaR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2667000" y="1476375"/>
              <a:ext cx="1954676" cy="533400"/>
              <a:chOff x="2667000" y="1476375"/>
              <a:chExt cx="1954676" cy="533400"/>
            </a:xfrm>
          </p:grpSpPr>
          <p:sp>
            <p:nvSpPr>
              <p:cNvPr id="12" name="Rectangle 12"/>
              <p:cNvSpPr/>
              <p:nvPr>
                <p:custDataLst>
                  <p:tags r:id="rId9"/>
                </p:custDataLst>
              </p:nvPr>
            </p:nvSpPr>
            <p:spPr>
              <a:xfrm>
                <a:off x="2667000" y="1476375"/>
                <a:ext cx="1714500" cy="533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>
                <p:custDataLst>
                  <p:tags r:id="rId10"/>
                </p:custDataLst>
              </p:nvPr>
            </p:nvSpPr>
            <p:spPr>
              <a:xfrm>
                <a:off x="2667000" y="1476375"/>
                <a:ext cx="38100" cy="533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2812542" y="1578292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50" b="1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选择模式</a:t>
                </a:r>
                <a:endParaRPr lang="zh-CN" sz="135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TextBox 15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2814447" y="1809274"/>
                <a:ext cx="113378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en-US" sz="980" dirty="0">
                    <a:solidFill>
                      <a:schemeClr val="accent5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  <a:t>Host / Join / Solo</a:t>
                </a:r>
                <a:endParaRPr lang="en-US" sz="980" dirty="0">
                  <a:solidFill>
                    <a:schemeClr val="accent5">
                      <a:lumMod val="50000"/>
                    </a:schemeClr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TextBox 16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470654" y="1708785"/>
                <a:ext cx="151022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1"/>
                    </a:solidFill>
                    <a:cs typeface="Consolas" panose="020B0609020204030204"/>
                  </a:rPr>
                  <a:t>→</a:t>
                </a:r>
                <a:endParaRPr lang="en-US" sz="1200" dirty="0">
                  <a:solidFill>
                    <a:schemeClr val="accent1"/>
                  </a:solidFill>
                  <a:cs typeface="Consolas" panose="020B0609020204030204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4762500" y="1476375"/>
              <a:ext cx="1954676" cy="533400"/>
              <a:chOff x="4762500" y="1476375"/>
              <a:chExt cx="1954676" cy="533400"/>
            </a:xfrm>
          </p:grpSpPr>
          <p:sp>
            <p:nvSpPr>
              <p:cNvPr id="18" name="Rectangle 18"/>
              <p:cNvSpPr/>
              <p:nvPr>
                <p:custDataLst>
                  <p:tags r:id="rId14"/>
                </p:custDataLst>
              </p:nvPr>
            </p:nvSpPr>
            <p:spPr>
              <a:xfrm>
                <a:off x="4762500" y="1476375"/>
                <a:ext cx="1714500" cy="533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>
                <p:custDataLst>
                  <p:tags r:id="rId15"/>
                </p:custDataLst>
              </p:nvPr>
            </p:nvSpPr>
            <p:spPr>
              <a:xfrm>
                <a:off x="4762500" y="1476375"/>
                <a:ext cx="38100" cy="533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4908042" y="1578292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50" b="1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地图选择</a:t>
                </a:r>
                <a:endParaRPr lang="zh-CN" sz="135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4909947" y="1809274"/>
                <a:ext cx="66448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en-US" sz="980" dirty="0">
                    <a:solidFill>
                      <a:schemeClr val="accent5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  <a:t>MapSelect</a:t>
                </a:r>
                <a:endParaRPr lang="en-US" sz="980" dirty="0">
                  <a:solidFill>
                    <a:schemeClr val="accent5">
                      <a:lumMod val="50000"/>
                    </a:schemeClr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" name="TextBox 22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6566154" y="1708785"/>
                <a:ext cx="151022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1"/>
                    </a:solidFill>
                    <a:cs typeface="Consolas" panose="020B0609020204030204"/>
                  </a:rPr>
                  <a:t>→</a:t>
                </a:r>
                <a:endParaRPr lang="en-US" sz="1200" dirty="0">
                  <a:solidFill>
                    <a:schemeClr val="accent1"/>
                  </a:solidFill>
                  <a:cs typeface="Consolas" panose="020B0609020204030204"/>
                </a:endParaRP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858000" y="1476375"/>
              <a:ext cx="1954676" cy="533400"/>
              <a:chOff x="6858000" y="1476375"/>
              <a:chExt cx="1954676" cy="533400"/>
            </a:xfrm>
          </p:grpSpPr>
          <p:sp>
            <p:nvSpPr>
              <p:cNvPr id="24" name="Rectangle 24"/>
              <p:cNvSpPr/>
              <p:nvPr>
                <p:custDataLst>
                  <p:tags r:id="rId19"/>
                </p:custDataLst>
              </p:nvPr>
            </p:nvSpPr>
            <p:spPr>
              <a:xfrm>
                <a:off x="6858000" y="1476375"/>
                <a:ext cx="1714500" cy="533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>
                <p:custDataLst>
                  <p:tags r:id="rId20"/>
                </p:custDataLst>
              </p:nvPr>
            </p:nvSpPr>
            <p:spPr>
              <a:xfrm>
                <a:off x="6858000" y="1476375"/>
                <a:ext cx="38100" cy="533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7003542" y="1578292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50" b="1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游戏对战</a:t>
                </a:r>
                <a:endParaRPr lang="zh-CN" sz="135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TextBox 27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7005447" y="1809274"/>
                <a:ext cx="131374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en-US" sz="980" dirty="0">
                    <a:solidFill>
                      <a:schemeClr val="accent5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  <a:t>MRGame / MultiGame</a:t>
                </a:r>
                <a:endParaRPr lang="en-US" sz="980" dirty="0">
                  <a:solidFill>
                    <a:schemeClr val="accent5">
                      <a:lumMod val="50000"/>
                    </a:schemeClr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TextBox 28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8661654" y="1708785"/>
                <a:ext cx="151022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1"/>
                    </a:solidFill>
                    <a:cs typeface="Consolas" panose="020B0609020204030204"/>
                  </a:rPr>
                  <a:t>→</a:t>
                </a:r>
                <a:endParaRPr lang="en-US" sz="1200" dirty="0">
                  <a:solidFill>
                    <a:schemeClr val="accent1"/>
                  </a:solidFill>
                  <a:cs typeface="Consolas" panose="020B0609020204030204"/>
                </a:endParaR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8953500" y="1476375"/>
              <a:ext cx="1714500" cy="533400"/>
              <a:chOff x="8953500" y="1476375"/>
              <a:chExt cx="1714500" cy="533400"/>
            </a:xfrm>
          </p:grpSpPr>
          <p:sp>
            <p:nvSpPr>
              <p:cNvPr id="30" name="Rectangle 30"/>
              <p:cNvSpPr/>
              <p:nvPr>
                <p:custDataLst>
                  <p:tags r:id="rId24"/>
                </p:custDataLst>
              </p:nvPr>
            </p:nvSpPr>
            <p:spPr>
              <a:xfrm>
                <a:off x="8953500" y="1476375"/>
                <a:ext cx="1714500" cy="533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>
                <p:custDataLst>
                  <p:tags r:id="rId25"/>
                </p:custDataLst>
              </p:nvPr>
            </p:nvSpPr>
            <p:spPr>
              <a:xfrm>
                <a:off x="8953500" y="1476375"/>
                <a:ext cx="38100" cy="533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9099042" y="1578292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50" b="1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显示得分</a:t>
                </a:r>
                <a:endParaRPr lang="zh-CN" sz="135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9100947" y="1809274"/>
                <a:ext cx="6695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  <a:t>返回主菜单</a:t>
                </a:r>
                <a:endParaRPr lang="zh-CN" sz="980" dirty="0">
                  <a:solidFill>
                    <a:schemeClr val="accent5">
                      <a:lumMod val="50000"/>
                    </a:schemeClr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58" name="TextBox 58"/>
          <p:cNvSpPr txBox="1"/>
          <p:nvPr>
            <p:custDataLst>
              <p:tags r:id="rId28"/>
            </p:custDataLst>
          </p:nvPr>
        </p:nvSpPr>
        <p:spPr>
          <a:xfrm>
            <a:off x="11477244" y="6506528"/>
            <a:ext cx="148590" cy="1612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en-US" sz="105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08</a:t>
            </a:r>
            <a:endParaRPr lang="en-US" sz="105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2" name="Oval 38"/>
          <p:cNvSpPr>
            <a:spLocks noChangeArrowheads="1"/>
          </p:cNvSpPr>
          <p:nvPr/>
        </p:nvSpPr>
        <p:spPr bwMode="auto">
          <a:xfrm>
            <a:off x="1207734" y="1730583"/>
            <a:ext cx="1030848" cy="1018856"/>
          </a:xfrm>
          <a:prstGeom prst="ellipse">
            <a:avLst/>
          </a:prstGeom>
          <a:solidFill>
            <a:schemeClr val="accent1"/>
          </a:solidFill>
          <a:ln w="19050">
            <a:noFill/>
            <a:round/>
          </a:ln>
        </p:spPr>
        <p:txBody>
          <a:bodyPr wrap="none" lIns="67108" tIns="33554" rIns="67108" bIns="33554" anchor="ctr"/>
          <a:lstStyle/>
          <a:p>
            <a:pPr algn="ctr">
              <a:defRPr/>
            </a:pPr>
            <a:r>
              <a:rPr lang="en-US" altLang="zh-CN" sz="1600" b="1" kern="0" dirty="0">
                <a:solidFill>
                  <a:schemeClr val="bg1"/>
                </a:solidFill>
                <a:ea typeface="微软雅黑" panose="020B0503020204020204" charset="-122"/>
              </a:rPr>
              <a:t>1.</a:t>
            </a:r>
            <a:r>
              <a:rPr lang="zh-CN" altLang="en-US" sz="1600" b="1" kern="0" dirty="0">
                <a:solidFill>
                  <a:schemeClr val="bg1"/>
                </a:solidFill>
                <a:ea typeface="微软雅黑" panose="020B0503020204020204" charset="-122"/>
              </a:rPr>
              <a:t>主界面</a:t>
            </a:r>
            <a:endParaRPr lang="en-US" altLang="zh-CN" sz="1600" b="1" kern="0" dirty="0">
              <a:solidFill>
                <a:schemeClr val="bg1"/>
              </a:solidFill>
              <a:ea typeface="微软雅黑" panose="020B0503020204020204" charset="-122"/>
            </a:endParaRPr>
          </a:p>
        </p:txBody>
      </p:sp>
      <p:sp>
        <p:nvSpPr>
          <p:cNvPr id="74" name="Oval 38"/>
          <p:cNvSpPr>
            <a:spLocks noChangeArrowheads="1"/>
          </p:cNvSpPr>
          <p:nvPr/>
        </p:nvSpPr>
        <p:spPr bwMode="auto">
          <a:xfrm>
            <a:off x="3108768" y="4250898"/>
            <a:ext cx="1030848" cy="1018856"/>
          </a:xfrm>
          <a:prstGeom prst="ellipse">
            <a:avLst/>
          </a:prstGeom>
          <a:solidFill>
            <a:schemeClr val="accent1"/>
          </a:solidFill>
          <a:ln w="19050">
            <a:noFill/>
            <a:round/>
          </a:ln>
        </p:spPr>
        <p:txBody>
          <a:bodyPr wrap="none" lIns="67108" tIns="33554" rIns="67108" bIns="33554" anchor="ctr"/>
          <a:lstStyle/>
          <a:p>
            <a:pPr algn="ctr">
              <a:defRPr/>
            </a:pPr>
            <a:r>
              <a:rPr lang="en-US" altLang="zh-CN" sz="1600" b="1" kern="0" dirty="0">
                <a:solidFill>
                  <a:schemeClr val="bg1"/>
                </a:solidFill>
                <a:ea typeface="微软雅黑" panose="020B0503020204020204" charset="-122"/>
              </a:rPr>
              <a:t>2.</a:t>
            </a:r>
            <a:r>
              <a:rPr lang="zh-CN" altLang="en-US" sz="1600" b="1" kern="0" dirty="0">
                <a:solidFill>
                  <a:schemeClr val="bg1"/>
                </a:solidFill>
                <a:ea typeface="微软雅黑" panose="020B0503020204020204" charset="-122"/>
              </a:rPr>
              <a:t>选择</a:t>
            </a:r>
            <a:r>
              <a:rPr lang="zh-CN" altLang="en-US" sz="1600" b="1" kern="0" dirty="0">
                <a:solidFill>
                  <a:schemeClr val="bg1"/>
                </a:solidFill>
                <a:ea typeface="微软雅黑" panose="020B0503020204020204" charset="-122"/>
              </a:rPr>
              <a:t>模式</a:t>
            </a:r>
            <a:endParaRPr lang="zh-CN" altLang="en-US" sz="1600" b="1" kern="0" dirty="0">
              <a:solidFill>
                <a:schemeClr val="bg1"/>
              </a:solidFill>
              <a:ea typeface="微软雅黑" panose="020B0503020204020204" charset="-122"/>
            </a:endParaRPr>
          </a:p>
        </p:txBody>
      </p:sp>
      <p:sp>
        <p:nvSpPr>
          <p:cNvPr id="75" name="Oval 38"/>
          <p:cNvSpPr>
            <a:spLocks noChangeArrowheads="1"/>
          </p:cNvSpPr>
          <p:nvPr/>
        </p:nvSpPr>
        <p:spPr bwMode="auto">
          <a:xfrm>
            <a:off x="5302693" y="1730196"/>
            <a:ext cx="1030848" cy="1018856"/>
          </a:xfrm>
          <a:prstGeom prst="ellipse">
            <a:avLst/>
          </a:prstGeom>
          <a:solidFill>
            <a:schemeClr val="accent1"/>
          </a:solidFill>
          <a:ln w="19050">
            <a:noFill/>
            <a:round/>
          </a:ln>
        </p:spPr>
        <p:txBody>
          <a:bodyPr wrap="none" lIns="67108" tIns="33554" rIns="67108" bIns="33554" anchor="ctr"/>
          <a:lstStyle/>
          <a:p>
            <a:pPr algn="ctr" fontAlgn="ctr">
              <a:lnSpc>
                <a:spcPct val="110000"/>
              </a:lnSpc>
              <a:defRPr/>
            </a:pPr>
            <a:r>
              <a:rPr lang="en-US" altLang="zh-CN" sz="1600" b="1" kern="0" dirty="0">
                <a:solidFill>
                  <a:schemeClr val="bg1"/>
                </a:solidFill>
                <a:ea typeface="微软雅黑" panose="020B0503020204020204" charset="-122"/>
              </a:rPr>
              <a:t>3.</a:t>
            </a:r>
            <a:r>
              <a:rPr lang="zh-CN" altLang="en-US" sz="1600" b="1" kern="0" dirty="0">
                <a:solidFill>
                  <a:schemeClr val="bg1"/>
                </a:solidFill>
                <a:ea typeface="微软雅黑" panose="020B0503020204020204" charset="-122"/>
              </a:rPr>
              <a:t>地图选择</a:t>
            </a:r>
            <a:endParaRPr lang="zh-CN" altLang="en-US" sz="1600" b="1" kern="0" dirty="0">
              <a:solidFill>
                <a:schemeClr val="bg1"/>
              </a:solidFill>
              <a:ea typeface="微软雅黑" panose="020B0503020204020204" charset="-122"/>
            </a:endParaRPr>
          </a:p>
        </p:txBody>
      </p:sp>
      <p:sp>
        <p:nvSpPr>
          <p:cNvPr id="77" name="Oval 38"/>
          <p:cNvSpPr>
            <a:spLocks noChangeArrowheads="1"/>
          </p:cNvSpPr>
          <p:nvPr/>
        </p:nvSpPr>
        <p:spPr bwMode="auto">
          <a:xfrm>
            <a:off x="7495122" y="4206696"/>
            <a:ext cx="1030848" cy="1018856"/>
          </a:xfrm>
          <a:prstGeom prst="ellipse">
            <a:avLst/>
          </a:prstGeom>
          <a:solidFill>
            <a:schemeClr val="accent1"/>
          </a:solidFill>
          <a:ln w="19050">
            <a:noFill/>
            <a:round/>
          </a:ln>
        </p:spPr>
        <p:txBody>
          <a:bodyPr wrap="none" lIns="67108" tIns="33554" rIns="67108" bIns="33554" anchor="ctr"/>
          <a:lstStyle/>
          <a:p>
            <a:pPr algn="ctr">
              <a:defRPr/>
            </a:pPr>
            <a:r>
              <a:rPr lang="en-US" altLang="zh-CN" sz="1600" b="1" kern="0" dirty="0">
                <a:solidFill>
                  <a:schemeClr val="bg1"/>
                </a:solidFill>
                <a:ea typeface="微软雅黑" panose="020B0503020204020204" charset="-122"/>
              </a:rPr>
              <a:t>4.</a:t>
            </a:r>
            <a:r>
              <a:rPr lang="zh-CN" altLang="en-US" sz="1600" b="1" kern="0" dirty="0">
                <a:solidFill>
                  <a:schemeClr val="bg1"/>
                </a:solidFill>
                <a:ea typeface="微软雅黑" panose="020B0503020204020204" charset="-122"/>
              </a:rPr>
              <a:t>游戏</a:t>
            </a:r>
            <a:r>
              <a:rPr lang="zh-CN" altLang="en-US" sz="1600" b="1" kern="0" dirty="0">
                <a:solidFill>
                  <a:schemeClr val="bg1"/>
                </a:solidFill>
                <a:ea typeface="微软雅黑" panose="020B0503020204020204" charset="-122"/>
              </a:rPr>
              <a:t>对战</a:t>
            </a:r>
            <a:endParaRPr lang="zh-CN" altLang="en-US" sz="1600" b="1" kern="0" dirty="0">
              <a:solidFill>
                <a:schemeClr val="bg1"/>
              </a:solidFill>
              <a:ea typeface="微软雅黑" panose="020B0503020204020204" charset="-122"/>
            </a:endParaRPr>
          </a:p>
        </p:txBody>
      </p:sp>
      <p:sp>
        <p:nvSpPr>
          <p:cNvPr id="78" name="Oval 38"/>
          <p:cNvSpPr>
            <a:spLocks noChangeArrowheads="1"/>
          </p:cNvSpPr>
          <p:nvPr/>
        </p:nvSpPr>
        <p:spPr bwMode="auto">
          <a:xfrm>
            <a:off x="9398217" y="1730656"/>
            <a:ext cx="1030848" cy="1018856"/>
          </a:xfrm>
          <a:prstGeom prst="ellipse">
            <a:avLst/>
          </a:prstGeom>
          <a:solidFill>
            <a:schemeClr val="accent1"/>
          </a:solidFill>
          <a:ln w="19050">
            <a:noFill/>
            <a:round/>
          </a:ln>
        </p:spPr>
        <p:txBody>
          <a:bodyPr wrap="none" lIns="67108" tIns="33554" rIns="67108" bIns="33554" anchor="ctr"/>
          <a:lstStyle/>
          <a:p>
            <a:pPr algn="ctr">
              <a:defRPr/>
            </a:pPr>
            <a:r>
              <a:rPr lang="en-US" altLang="zh-CN" sz="1600" b="1" kern="0" dirty="0">
                <a:solidFill>
                  <a:schemeClr val="bg1"/>
                </a:solidFill>
                <a:ea typeface="微软雅黑" panose="020B0503020204020204" charset="-122"/>
              </a:rPr>
              <a:t>5.</a:t>
            </a:r>
            <a:r>
              <a:rPr lang="zh-CN" altLang="en-US" sz="1600" b="1" kern="0" dirty="0">
                <a:solidFill>
                  <a:schemeClr val="bg1"/>
                </a:solidFill>
                <a:ea typeface="微软雅黑" panose="020B0503020204020204" charset="-122"/>
              </a:rPr>
              <a:t>显示</a:t>
            </a:r>
            <a:r>
              <a:rPr lang="zh-CN" altLang="en-US" sz="1600" b="1" kern="0" dirty="0">
                <a:solidFill>
                  <a:schemeClr val="bg1"/>
                </a:solidFill>
                <a:ea typeface="微软雅黑" panose="020B0503020204020204" charset="-122"/>
              </a:rPr>
              <a:t>得分</a:t>
            </a:r>
            <a:endParaRPr lang="zh-CN" altLang="en-US" sz="1600" b="1" kern="0" dirty="0">
              <a:solidFill>
                <a:schemeClr val="bg1"/>
              </a:solidFill>
              <a:ea typeface="微软雅黑" panose="020B0503020204020204" charset="-122"/>
            </a:endParaRPr>
          </a:p>
        </p:txBody>
      </p:sp>
      <p:cxnSp>
        <p:nvCxnSpPr>
          <p:cNvPr id="80" name="直接箭头连接符 79"/>
          <p:cNvCxnSpPr>
            <a:stCxn id="72" idx="5"/>
            <a:endCxn id="74" idx="1"/>
          </p:cNvCxnSpPr>
          <p:nvPr/>
        </p:nvCxnSpPr>
        <p:spPr>
          <a:xfrm>
            <a:off x="2087245" y="2599690"/>
            <a:ext cx="1172210" cy="180022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>
            <a:stCxn id="74" idx="7"/>
            <a:endCxn id="75" idx="3"/>
          </p:cNvCxnSpPr>
          <p:nvPr/>
        </p:nvCxnSpPr>
        <p:spPr>
          <a:xfrm flipV="1">
            <a:off x="3988435" y="2599690"/>
            <a:ext cx="1464945" cy="180022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>
            <a:stCxn id="75" idx="5"/>
            <a:endCxn id="77" idx="1"/>
          </p:cNvCxnSpPr>
          <p:nvPr/>
        </p:nvCxnSpPr>
        <p:spPr>
          <a:xfrm>
            <a:off x="6182360" y="2599690"/>
            <a:ext cx="1463675" cy="175641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stCxn id="77" idx="7"/>
            <a:endCxn id="78" idx="3"/>
          </p:cNvCxnSpPr>
          <p:nvPr/>
        </p:nvCxnSpPr>
        <p:spPr>
          <a:xfrm flipV="1">
            <a:off x="8375015" y="2600325"/>
            <a:ext cx="1174115" cy="175577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6" name="矩形 85"/>
          <p:cNvSpPr/>
          <p:nvPr/>
        </p:nvSpPr>
        <p:spPr>
          <a:xfrm rot="3420000">
            <a:off x="2010410" y="3197225"/>
            <a:ext cx="1651635" cy="34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E8FB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>
                <a:ln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进入房间</a:t>
            </a:r>
            <a:endParaRPr lang="zh-CN" altLang="en-US">
              <a:ln/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7" name="矩形 86"/>
          <p:cNvSpPr/>
          <p:nvPr/>
        </p:nvSpPr>
        <p:spPr>
          <a:xfrm rot="3060000">
            <a:off x="6224905" y="3109595"/>
            <a:ext cx="1651635" cy="34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E8FB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all </a:t>
            </a:r>
            <a:r>
              <a:rPr lang="en-US" altLang="zh-CN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  <a:endParaRPr lang="en-US" altLang="zh-CN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8" name="矩形 87"/>
          <p:cNvSpPr/>
          <p:nvPr/>
        </p:nvSpPr>
        <p:spPr>
          <a:xfrm rot="18600000">
            <a:off x="4048760" y="3545205"/>
            <a:ext cx="1651635" cy="34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E8FB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 / </a:t>
            </a:r>
            <a:r>
              <a:rPr lang="en-US" altLang="zh-CN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join</a:t>
            </a:r>
            <a:endParaRPr lang="en-US" altLang="zh-CN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29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圆角矩形 73"/>
          <p:cNvSpPr/>
          <p:nvPr>
            <p:custDataLst>
              <p:tags r:id="rId1"/>
            </p:custDataLst>
          </p:nvPr>
        </p:nvSpPr>
        <p:spPr>
          <a:xfrm>
            <a:off x="4885654" y="1227030"/>
            <a:ext cx="2003807" cy="59146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场景</a:t>
            </a:r>
            <a:r>
              <a:rPr lang="zh-CN" altLang="en-US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物体</a:t>
            </a:r>
            <a:endParaRPr lang="zh-CN" altLang="en-US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7179087" y="928763"/>
            <a:ext cx="4316954" cy="11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/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墙体，旗帜，箱子，石头，绿树，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植物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83" name="圆角矩形 82"/>
          <p:cNvSpPr/>
          <p:nvPr>
            <p:custDataLst>
              <p:tags r:id="rId3"/>
            </p:custDataLst>
          </p:nvPr>
        </p:nvSpPr>
        <p:spPr>
          <a:xfrm>
            <a:off x="4885654" y="2473916"/>
            <a:ext cx="2003807" cy="59146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旗帜</a:t>
            </a:r>
            <a:r>
              <a:rPr lang="zh-CN" altLang="en-US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系统</a:t>
            </a:r>
            <a:endParaRPr lang="zh-CN" altLang="en-US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7179087" y="2175649"/>
            <a:ext cx="4316954" cy="11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/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旗帜：金色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(30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分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)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，红色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(20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分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)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，白色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(10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分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)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抓取得分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+ 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重生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机制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89" name="圆角矩形 88"/>
          <p:cNvSpPr/>
          <p:nvPr>
            <p:custDataLst>
              <p:tags r:id="rId5"/>
            </p:custDataLst>
          </p:nvPr>
        </p:nvSpPr>
        <p:spPr>
          <a:xfrm>
            <a:off x="4885654" y="3720802"/>
            <a:ext cx="2003807" cy="59146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玩家</a:t>
            </a:r>
            <a:r>
              <a:rPr lang="zh-CN" altLang="en-US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系统</a:t>
            </a:r>
            <a:endParaRPr lang="zh-CN" altLang="en-US" b="1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7179087" y="3422535"/>
            <a:ext cx="4316954" cy="11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/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LocalPlayer </a:t>
            </a:r>
            <a:r>
              <a:rPr lang="zh-CN" altLang="en-US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发送</a:t>
            </a:r>
            <a:r>
              <a:rPr lang="zh-CN" altLang="en-US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位置</a:t>
            </a:r>
            <a:endParaRPr lang="zh-CN" altLang="en-US"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RemotePlayer </a:t>
            </a:r>
            <a:r>
              <a:rPr lang="zh-CN" altLang="en-US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接收</a:t>
            </a:r>
            <a:r>
              <a:rPr lang="zh-CN" altLang="en-US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插值</a:t>
            </a:r>
            <a:endParaRPr lang="zh-CN" altLang="en-US"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8" name="圆角矩形 7"/>
          <p:cNvSpPr/>
          <p:nvPr>
            <p:custDataLst>
              <p:tags r:id="rId7"/>
            </p:custDataLst>
          </p:nvPr>
        </p:nvSpPr>
        <p:spPr>
          <a:xfrm>
            <a:off x="4885654" y="4985687"/>
            <a:ext cx="2003807" cy="59146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界面</a:t>
            </a:r>
            <a:r>
              <a:rPr lang="zh-CN" altLang="en-US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系统</a:t>
            </a:r>
            <a:endParaRPr lang="zh-CN" altLang="en-US" b="1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7179087" y="4669420"/>
            <a:ext cx="4316954" cy="11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/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JoinPanel </a:t>
            </a:r>
            <a:r>
              <a:rPr lang="zh-CN" altLang="en-US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主菜单</a:t>
            </a:r>
            <a:endParaRPr lang="zh-CN" altLang="en-US"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just" defTabSz="1216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MapSelect </a:t>
            </a:r>
            <a:r>
              <a:rPr lang="zh-CN" altLang="en-US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登录和</a:t>
            </a:r>
            <a:r>
              <a:rPr lang="zh-CN" altLang="en-US" sz="14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得分显示</a:t>
            </a:r>
            <a:endParaRPr lang="zh-CN" altLang="en-US" sz="14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" name="椭圆 1"/>
          <p:cNvSpPr/>
          <p:nvPr>
            <p:custDataLst>
              <p:tags r:id="rId9"/>
            </p:custDataLst>
          </p:nvPr>
        </p:nvSpPr>
        <p:spPr>
          <a:xfrm>
            <a:off x="534394" y="1376819"/>
            <a:ext cx="4029463" cy="4029463"/>
          </a:xfrm>
          <a:prstGeom prst="ellipse">
            <a:avLst/>
          </a:prstGeom>
          <a:noFill/>
          <a:ln>
            <a:gradFill>
              <a:gsLst>
                <a:gs pos="0">
                  <a:schemeClr val="accent1">
                    <a:lumMod val="60000"/>
                    <a:lumOff val="40000"/>
                    <a:alpha val="40000"/>
                  </a:schemeClr>
                </a:gs>
                <a:gs pos="51000">
                  <a:schemeClr val="accent1">
                    <a:alpha val="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8288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600">
              <a:solidFill>
                <a:schemeClr val="lt1"/>
              </a:solidFill>
              <a:cs typeface="江城圆体 400W" panose="020B0500000000000000" charset="-122"/>
              <a:sym typeface="+mn-ea"/>
            </a:endParaRPr>
          </a:p>
        </p:txBody>
      </p:sp>
      <p:sp>
        <p:nvSpPr>
          <p:cNvPr id="16" name="椭圆 15"/>
          <p:cNvSpPr/>
          <p:nvPr>
            <p:custDataLst>
              <p:tags r:id="rId10"/>
            </p:custDataLst>
          </p:nvPr>
        </p:nvSpPr>
        <p:spPr>
          <a:xfrm>
            <a:off x="3377794" y="5165354"/>
            <a:ext cx="99878" cy="998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江城圆体 400W" panose="020B0500000000000000" charset="-122"/>
              <a:sym typeface="+mn-ea"/>
            </a:endParaRPr>
          </a:p>
        </p:txBody>
      </p: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>
            <a:off x="3377794" y="1523224"/>
            <a:ext cx="99878" cy="998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江城圆体 400W" panose="020B0500000000000000" charset="-122"/>
              <a:sym typeface="+mn-ea"/>
            </a:endParaRPr>
          </a:p>
        </p:txBody>
      </p:sp>
      <p:sp>
        <p:nvSpPr>
          <p:cNvPr id="4" name="椭圆 3"/>
          <p:cNvSpPr/>
          <p:nvPr>
            <p:custDataLst>
              <p:tags r:id="rId12"/>
            </p:custDataLst>
          </p:nvPr>
        </p:nvSpPr>
        <p:spPr>
          <a:xfrm>
            <a:off x="717764" y="1560189"/>
            <a:ext cx="3662722" cy="3662722"/>
          </a:xfrm>
          <a:prstGeom prst="ellipse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24" name="椭圆 23"/>
          <p:cNvSpPr/>
          <p:nvPr>
            <p:custDataLst>
              <p:tags r:id="rId13"/>
            </p:custDataLst>
          </p:nvPr>
        </p:nvSpPr>
        <p:spPr>
          <a:xfrm>
            <a:off x="1125080" y="1967505"/>
            <a:ext cx="2848090" cy="284809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构筑</a:t>
            </a:r>
            <a:r>
              <a:rPr lang="zh-CN" altLang="en-US" sz="28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要素</a:t>
            </a:r>
            <a:endParaRPr lang="zh-CN" altLang="en-US" sz="28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3" name="椭圆 12"/>
          <p:cNvSpPr/>
          <p:nvPr>
            <p:custDataLst>
              <p:tags r:id="rId14"/>
            </p:custDataLst>
          </p:nvPr>
        </p:nvSpPr>
        <p:spPr>
          <a:xfrm>
            <a:off x="4418233" y="3966596"/>
            <a:ext cx="99878" cy="998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江城圆体 400W" panose="020B0500000000000000" charset="-122"/>
              <a:sym typeface="+mn-ea"/>
            </a:endParaRPr>
          </a:p>
        </p:txBody>
      </p:sp>
      <p:sp>
        <p:nvSpPr>
          <p:cNvPr id="15" name="椭圆 14"/>
          <p:cNvSpPr/>
          <p:nvPr>
            <p:custDataLst>
              <p:tags r:id="rId15"/>
            </p:custDataLst>
          </p:nvPr>
        </p:nvSpPr>
        <p:spPr>
          <a:xfrm>
            <a:off x="4418233" y="2719710"/>
            <a:ext cx="99878" cy="998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江城圆体 400W" panose="020B0500000000000000" charset="-122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48284" y="280035"/>
            <a:ext cx="1554023" cy="528066"/>
            <a:chOff x="748284" y="280035"/>
            <a:chExt cx="1554023" cy="528066"/>
          </a:xfrm>
        </p:grpSpPr>
        <p:sp>
          <p:nvSpPr>
            <p:cNvPr id="2" name="TextBox 2"/>
            <p:cNvSpPr txBox="1"/>
            <p:nvPr>
              <p:custDataLst>
                <p:tags r:id="rId1"/>
              </p:custDataLst>
            </p:nvPr>
          </p:nvSpPr>
          <p:spPr>
            <a:xfrm>
              <a:off x="748284" y="280035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7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开发计划</a:t>
              </a:r>
              <a:endParaRPr lang="zh-CN" sz="2700" b="1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Rectangle 3"/>
            <p:cNvSpPr/>
            <p:nvPr>
              <p:custDataLst>
                <p:tags r:id="rId2"/>
              </p:custDataLst>
            </p:nvPr>
          </p:nvSpPr>
          <p:spPr>
            <a:xfrm>
              <a:off x="762000" y="742950"/>
              <a:ext cx="5715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35" name="Group 35"/>
          <p:cNvGrpSpPr/>
          <p:nvPr>
            <p:custDataLst>
              <p:tags r:id="rId3"/>
            </p:custDataLst>
          </p:nvPr>
        </p:nvGrpSpPr>
        <p:grpSpPr>
          <a:xfrm>
            <a:off x="1066800" y="1362075"/>
            <a:ext cx="9982200" cy="4852226"/>
            <a:chOff x="1066800" y="1362075"/>
            <a:chExt cx="9982200" cy="4852226"/>
          </a:xfrm>
        </p:grpSpPr>
        <p:sp>
          <p:nvSpPr>
            <p:cNvPr id="5" name="Line 5"/>
            <p:cNvSpPr/>
            <p:nvPr>
              <p:custDataLst>
                <p:tags r:id="rId4"/>
              </p:custDataLst>
            </p:nvPr>
          </p:nvSpPr>
          <p:spPr>
            <a:xfrm>
              <a:off x="1143000" y="1619885"/>
              <a:ext cx="76200" cy="4525645"/>
            </a:xfrm>
            <a:custGeom>
              <a:avLst/>
              <a:gdLst/>
              <a:ahLst/>
              <a:cxnLst/>
              <a:rect l="l" t="t" r="r" b="b"/>
              <a:pathLst>
                <a:path w="9525" h="4667250">
                  <a:moveTo>
                    <a:pt x="0" y="0"/>
                  </a:moveTo>
                  <a:lnTo>
                    <a:pt x="0" y="466725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" name="Ellipse 6"/>
            <p:cNvSpPr/>
            <p:nvPr>
              <p:custDataLst>
                <p:tags r:id="rId5"/>
              </p:custDataLst>
            </p:nvPr>
          </p:nvSpPr>
          <p:spPr>
            <a:xfrm>
              <a:off x="1066800" y="1590675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7" name="Rectangle 7"/>
            <p:cNvSpPr/>
            <p:nvPr>
              <p:custDataLst>
                <p:tags r:id="rId6"/>
              </p:custDataLst>
            </p:nvPr>
          </p:nvSpPr>
          <p:spPr>
            <a:xfrm>
              <a:off x="1524000" y="1362075"/>
              <a:ext cx="9525000" cy="53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>
              <p:custDataLst>
                <p:tags r:id="rId7"/>
              </p:custDataLst>
            </p:nvPr>
          </p:nvSpPr>
          <p:spPr>
            <a:xfrm>
              <a:off x="1524000" y="1362075"/>
              <a:ext cx="381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>
              <p:custDataLst>
                <p:tags r:id="rId8"/>
              </p:custDataLst>
            </p:nvPr>
          </p:nvSpPr>
          <p:spPr>
            <a:xfrm>
              <a:off x="1709547" y="1494949"/>
              <a:ext cx="526415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en-US" sz="980" dirty="0">
                  <a:solidFill>
                    <a:schemeClr val="accent1"/>
                  </a:solidFill>
                  <a:cs typeface="Consolas" panose="020B0609020204030204"/>
                </a:rPr>
                <a:t>PHASE 1</a:t>
              </a:r>
              <a:endParaRPr lang="en-US" sz="980" dirty="0">
                <a:solidFill>
                  <a:schemeClr val="accent1"/>
                </a:solidFill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9"/>
              </p:custDataLst>
            </p:nvPr>
          </p:nvSpPr>
          <p:spPr>
            <a:xfrm>
              <a:off x="1707642" y="1644968"/>
              <a:ext cx="4349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Unity 项目搭建 + Pico SDK 集成 + 基础 MR 环境配置</a:t>
              </a:r>
              <a:endParaRPr lang="zh-CN" sz="135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Ellipse 11"/>
            <p:cNvSpPr/>
            <p:nvPr>
              <p:custDataLst>
                <p:tags r:id="rId10"/>
              </p:custDataLst>
            </p:nvPr>
          </p:nvSpPr>
          <p:spPr>
            <a:xfrm>
              <a:off x="1066800" y="249555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2" name="Rectangle 12"/>
            <p:cNvSpPr/>
            <p:nvPr>
              <p:custDataLst>
                <p:tags r:id="rId11"/>
              </p:custDataLst>
            </p:nvPr>
          </p:nvSpPr>
          <p:spPr>
            <a:xfrm>
              <a:off x="1524000" y="2266950"/>
              <a:ext cx="9525000" cy="53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Rectangle 13"/>
            <p:cNvSpPr/>
            <p:nvPr>
              <p:custDataLst>
                <p:tags r:id="rId12"/>
              </p:custDataLst>
            </p:nvPr>
          </p:nvSpPr>
          <p:spPr>
            <a:xfrm>
              <a:off x="1524000" y="2266950"/>
              <a:ext cx="381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>
              <p:custDataLst>
                <p:tags r:id="rId13"/>
              </p:custDataLst>
            </p:nvPr>
          </p:nvSpPr>
          <p:spPr>
            <a:xfrm>
              <a:off x="1709547" y="2399824"/>
              <a:ext cx="526415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en-US" sz="980" dirty="0">
                  <a:solidFill>
                    <a:schemeClr val="accent1"/>
                  </a:solidFill>
                  <a:cs typeface="Consolas" panose="020B0609020204030204"/>
                </a:rPr>
                <a:t>PHASE 2</a:t>
              </a:r>
              <a:endParaRPr lang="en-US" sz="980" dirty="0">
                <a:solidFill>
                  <a:schemeClr val="accent1"/>
                </a:solidFill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14"/>
              </p:custDataLst>
            </p:nvPr>
          </p:nvSpPr>
          <p:spPr>
            <a:xfrm>
              <a:off x="1707642" y="2549842"/>
              <a:ext cx="44708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单人游戏模式实现 — MRGame 场景 + MRFlag 旗帜系统</a:t>
              </a:r>
              <a:endParaRPr lang="zh-CN" sz="135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Ellipse 16"/>
            <p:cNvSpPr/>
            <p:nvPr>
              <p:custDataLst>
                <p:tags r:id="rId15"/>
              </p:custDataLst>
            </p:nvPr>
          </p:nvSpPr>
          <p:spPr>
            <a:xfrm>
              <a:off x="1066800" y="3400425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7" name="Rectangle 17"/>
            <p:cNvSpPr/>
            <p:nvPr>
              <p:custDataLst>
                <p:tags r:id="rId16"/>
              </p:custDataLst>
            </p:nvPr>
          </p:nvSpPr>
          <p:spPr>
            <a:xfrm>
              <a:off x="1524000" y="3171825"/>
              <a:ext cx="9525000" cy="53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>
              <p:custDataLst>
                <p:tags r:id="rId17"/>
              </p:custDataLst>
            </p:nvPr>
          </p:nvSpPr>
          <p:spPr>
            <a:xfrm>
              <a:off x="1524000" y="3171825"/>
              <a:ext cx="381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>
              <p:custDataLst>
                <p:tags r:id="rId18"/>
              </p:custDataLst>
            </p:nvPr>
          </p:nvSpPr>
          <p:spPr>
            <a:xfrm>
              <a:off x="1709547" y="3304699"/>
              <a:ext cx="526415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en-US" sz="980" dirty="0">
                  <a:solidFill>
                    <a:schemeClr val="tx1"/>
                  </a:solidFill>
                  <a:cs typeface="Consolas" panose="020B0609020204030204"/>
                </a:rPr>
                <a:t>PHASE 3</a:t>
              </a:r>
              <a:endParaRPr lang="en-US" sz="980" dirty="0">
                <a:solidFill>
                  <a:schemeClr val="tx1"/>
                </a:solidFill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>
              <p:custDataLst>
                <p:tags r:id="rId19"/>
              </p:custDataLst>
            </p:nvPr>
          </p:nvSpPr>
          <p:spPr>
            <a:xfrm>
              <a:off x="1707642" y="3454718"/>
              <a:ext cx="46548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Go 后端搭建 — HTTP REST / WebSocket / UDP 三层服务</a:t>
              </a:r>
              <a:endParaRPr lang="zh-CN" sz="135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Ellipse 21"/>
            <p:cNvSpPr/>
            <p:nvPr>
              <p:custDataLst>
                <p:tags r:id="rId20"/>
              </p:custDataLst>
            </p:nvPr>
          </p:nvSpPr>
          <p:spPr>
            <a:xfrm>
              <a:off x="1066800" y="43053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F59E0B"/>
              </a:solidFill>
            </a:ln>
          </p:spPr>
        </p:sp>
        <p:sp>
          <p:nvSpPr>
            <p:cNvPr id="22" name="Rectangle 22"/>
            <p:cNvSpPr/>
            <p:nvPr>
              <p:custDataLst>
                <p:tags r:id="rId21"/>
              </p:custDataLst>
            </p:nvPr>
          </p:nvSpPr>
          <p:spPr>
            <a:xfrm>
              <a:off x="1524000" y="4076700"/>
              <a:ext cx="9525000" cy="53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Rectangle 23"/>
            <p:cNvSpPr/>
            <p:nvPr>
              <p:custDataLst>
                <p:tags r:id="rId22"/>
              </p:custDataLst>
            </p:nvPr>
          </p:nvSpPr>
          <p:spPr>
            <a:xfrm>
              <a:off x="1524000" y="4076700"/>
              <a:ext cx="381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>
              <p:custDataLst>
                <p:tags r:id="rId23"/>
              </p:custDataLst>
            </p:nvPr>
          </p:nvSpPr>
          <p:spPr>
            <a:xfrm>
              <a:off x="1709547" y="4209574"/>
              <a:ext cx="526415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en-US" sz="980" dirty="0">
                  <a:solidFill>
                    <a:schemeClr val="tx1"/>
                  </a:solidFill>
                  <a:cs typeface="Consolas" panose="020B0609020204030204"/>
                </a:rPr>
                <a:t>PHASE 4</a:t>
              </a:r>
              <a:endParaRPr lang="en-US" sz="980" dirty="0">
                <a:solidFill>
                  <a:schemeClr val="tx1"/>
                </a:solidFill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>
              <p:custDataLst>
                <p:tags r:id="rId24"/>
              </p:custDataLst>
            </p:nvPr>
          </p:nvSpPr>
          <p:spPr>
            <a:xfrm>
              <a:off x="1707642" y="4359592"/>
              <a:ext cx="39610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双人联机模式实现 — MultiGame 场景 + 网络同步</a:t>
              </a:r>
              <a:endParaRPr lang="zh-CN" sz="135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Ellipse 26"/>
            <p:cNvSpPr/>
            <p:nvPr>
              <p:custDataLst>
                <p:tags r:id="rId25"/>
              </p:custDataLst>
            </p:nvPr>
          </p:nvSpPr>
          <p:spPr>
            <a:xfrm>
              <a:off x="1066800" y="5210175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6"/>
              </a:solidFill>
            </a:ln>
          </p:spPr>
        </p:sp>
        <p:sp>
          <p:nvSpPr>
            <p:cNvPr id="27" name="Rectangle 27"/>
            <p:cNvSpPr/>
            <p:nvPr>
              <p:custDataLst>
                <p:tags r:id="rId26"/>
              </p:custDataLst>
            </p:nvPr>
          </p:nvSpPr>
          <p:spPr>
            <a:xfrm>
              <a:off x="1524000" y="4981575"/>
              <a:ext cx="9525000" cy="53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Rectangle 28"/>
            <p:cNvSpPr/>
            <p:nvPr>
              <p:custDataLst>
                <p:tags r:id="rId27"/>
              </p:custDataLst>
            </p:nvPr>
          </p:nvSpPr>
          <p:spPr>
            <a:xfrm>
              <a:off x="1524000" y="4981575"/>
              <a:ext cx="381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>
              <p:custDataLst>
                <p:tags r:id="rId28"/>
              </p:custDataLst>
            </p:nvPr>
          </p:nvSpPr>
          <p:spPr>
            <a:xfrm>
              <a:off x="1709547" y="5114449"/>
              <a:ext cx="526415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en-US" sz="980" dirty="0">
                  <a:solidFill>
                    <a:schemeClr val="tx1"/>
                  </a:solidFill>
                  <a:cs typeface="Consolas" panose="020B0609020204030204"/>
                </a:rPr>
                <a:t>PHASE 5</a:t>
              </a:r>
              <a:endParaRPr lang="en-US" sz="980" dirty="0">
                <a:solidFill>
                  <a:schemeClr val="tx1"/>
                </a:solidFill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>
              <p:custDataLst>
                <p:tags r:id="rId29"/>
              </p:custDataLst>
            </p:nvPr>
          </p:nvSpPr>
          <p:spPr>
            <a:xfrm>
              <a:off x="1707642" y="5264468"/>
              <a:ext cx="43726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地图编辑器开发 — XR 控制器交互 + 地图存储与同步</a:t>
              </a:r>
              <a:endParaRPr lang="zh-CN" sz="135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Ellipse 31"/>
            <p:cNvSpPr/>
            <p:nvPr>
              <p:custDataLst>
                <p:tags r:id="rId30"/>
              </p:custDataLst>
            </p:nvPr>
          </p:nvSpPr>
          <p:spPr>
            <a:xfrm>
              <a:off x="1066800" y="6019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94A3B8"/>
              </a:solidFill>
            </a:ln>
          </p:spPr>
        </p:sp>
        <p:sp>
          <p:nvSpPr>
            <p:cNvPr id="32" name="Rectangle 32"/>
            <p:cNvSpPr/>
            <p:nvPr>
              <p:custDataLst>
                <p:tags r:id="rId31"/>
              </p:custDataLst>
            </p:nvPr>
          </p:nvSpPr>
          <p:spPr>
            <a:xfrm>
              <a:off x="1524000" y="5667375"/>
              <a:ext cx="9525000" cy="53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>
              <p:custDataLst>
                <p:tags r:id="rId32"/>
              </p:custDataLst>
            </p:nvPr>
          </p:nvSpPr>
          <p:spPr>
            <a:xfrm>
              <a:off x="1709547" y="5800249"/>
              <a:ext cx="526415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en-US" sz="980" dirty="0">
                  <a:solidFill>
                    <a:schemeClr val="tx1"/>
                  </a:solidFill>
                  <a:cs typeface="Consolas" panose="020B0609020204030204"/>
                </a:rPr>
                <a:t>PHASE 6</a:t>
              </a:r>
              <a:endParaRPr lang="en-US" sz="980" dirty="0">
                <a:solidFill>
                  <a:schemeClr val="tx1"/>
                </a:solidFill>
                <a:cs typeface="Consolas" panose="020B0609020204030204"/>
              </a:endParaRPr>
            </a:p>
          </p:txBody>
        </p:sp>
        <p:sp>
          <p:nvSpPr>
            <p:cNvPr id="34" name="TextBox 34"/>
            <p:cNvSpPr txBox="1"/>
            <p:nvPr>
              <p:custDataLst>
                <p:tags r:id="rId33"/>
              </p:custDataLst>
            </p:nvPr>
          </p:nvSpPr>
          <p:spPr>
            <a:xfrm>
              <a:off x="1707642" y="5950268"/>
              <a:ext cx="42861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模型替换 · UI 优化 · Bug 修复 · Addressables 构建</a:t>
              </a:r>
              <a:endParaRPr lang="zh-CN" sz="135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6" name="TextBox 36"/>
          <p:cNvSpPr txBox="1"/>
          <p:nvPr>
            <p:custDataLst>
              <p:tags r:id="rId34"/>
            </p:custDataLst>
          </p:nvPr>
        </p:nvSpPr>
        <p:spPr>
          <a:xfrm>
            <a:off x="11477244" y="6506528"/>
            <a:ext cx="148590" cy="1612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en-US" sz="105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09</a:t>
            </a:r>
            <a:endParaRPr lang="en-US" sz="105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7" name="Rectangle 8"/>
          <p:cNvSpPr/>
          <p:nvPr>
            <p:custDataLst>
              <p:tags r:id="rId35"/>
            </p:custDataLst>
          </p:nvPr>
        </p:nvSpPr>
        <p:spPr>
          <a:xfrm>
            <a:off x="1524000" y="5667375"/>
            <a:ext cx="38100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  <p:custDataLst>
      <p:tags r:id="rId36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48284" y="280035"/>
            <a:ext cx="3462261" cy="528066"/>
            <a:chOff x="748284" y="280035"/>
            <a:chExt cx="3462261" cy="528066"/>
          </a:xfrm>
        </p:grpSpPr>
        <p:sp>
          <p:nvSpPr>
            <p:cNvPr id="2" name="TextBox 2"/>
            <p:cNvSpPr txBox="1"/>
            <p:nvPr>
              <p:custDataLst>
                <p:tags r:id="rId1"/>
              </p:custDataLst>
            </p:nvPr>
          </p:nvSpPr>
          <p:spPr>
            <a:xfrm>
              <a:off x="748284" y="280035"/>
              <a:ext cx="346226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7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设计文档</a:t>
              </a:r>
              <a:endParaRPr lang="zh-CN" sz="2700" b="1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Rectangle 3"/>
            <p:cNvSpPr/>
            <p:nvPr>
              <p:custDataLst>
                <p:tags r:id="rId2"/>
              </p:custDataLst>
            </p:nvPr>
          </p:nvSpPr>
          <p:spPr>
            <a:xfrm>
              <a:off x="762000" y="742950"/>
              <a:ext cx="5715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sp>
        <p:nvSpPr>
          <p:cNvPr id="15" name="TextBox 15"/>
          <p:cNvSpPr txBox="1"/>
          <p:nvPr>
            <p:custDataLst>
              <p:tags r:id="rId3"/>
            </p:custDataLst>
          </p:nvPr>
        </p:nvSpPr>
        <p:spPr>
          <a:xfrm>
            <a:off x="11477244" y="6506528"/>
            <a:ext cx="148590" cy="1612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en-US" sz="105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10</a:t>
            </a:r>
            <a:endParaRPr lang="en-US" sz="105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70" y="1178560"/>
            <a:ext cx="4133215" cy="450151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rcRect l="3511" r="2647"/>
          <a:stretch>
            <a:fillRect/>
          </a:stretch>
        </p:blipFill>
        <p:spPr>
          <a:xfrm>
            <a:off x="4727575" y="1355090"/>
            <a:ext cx="7046595" cy="441134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48284" y="280035"/>
            <a:ext cx="3519508" cy="528066"/>
            <a:chOff x="748284" y="280035"/>
            <a:chExt cx="3519508" cy="528066"/>
          </a:xfrm>
        </p:grpSpPr>
        <p:sp>
          <p:nvSpPr>
            <p:cNvPr id="2" name="TextBox 2"/>
            <p:cNvSpPr txBox="1"/>
            <p:nvPr>
              <p:custDataLst>
                <p:tags r:id="rId1"/>
              </p:custDataLst>
            </p:nvPr>
          </p:nvSpPr>
          <p:spPr>
            <a:xfrm>
              <a:off x="748284" y="280035"/>
              <a:ext cx="351950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7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最终实现 — 实现成果</a:t>
              </a:r>
              <a:endParaRPr lang="zh-CN" sz="2700" b="1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Rectangle 3"/>
            <p:cNvSpPr/>
            <p:nvPr>
              <p:custDataLst>
                <p:tags r:id="rId2"/>
              </p:custDataLst>
            </p:nvPr>
          </p:nvSpPr>
          <p:spPr>
            <a:xfrm>
              <a:off x="762000" y="742950"/>
              <a:ext cx="5715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567055" y="1047750"/>
            <a:ext cx="10862945" cy="4498340"/>
            <a:chOff x="567055" y="1047750"/>
            <a:chExt cx="10862945" cy="2305050"/>
          </a:xfrm>
        </p:grpSpPr>
        <p:grpSp>
          <p:nvGrpSpPr>
            <p:cNvPr id="9" name="Group 9"/>
            <p:cNvGrpSpPr/>
            <p:nvPr/>
          </p:nvGrpSpPr>
          <p:grpSpPr>
            <a:xfrm>
              <a:off x="571500" y="1047750"/>
              <a:ext cx="3524250" cy="685800"/>
              <a:chOff x="571500" y="1047750"/>
              <a:chExt cx="3524250" cy="685800"/>
            </a:xfrm>
          </p:grpSpPr>
          <p:sp>
            <p:nvSpPr>
              <p:cNvPr id="5" name="Rectangle 5"/>
              <p:cNvSpPr/>
              <p:nvPr>
                <p:custDataLst>
                  <p:tags r:id="rId3"/>
                </p:custDataLst>
              </p:nvPr>
            </p:nvSpPr>
            <p:spPr>
              <a:xfrm>
                <a:off x="571500" y="1047750"/>
                <a:ext cx="3524250" cy="685800"/>
              </a:xfrm>
              <a:prstGeom prst="rect">
                <a:avLst/>
              </a:prstGeom>
              <a:gradFill>
                <a:gsLst>
                  <a:gs pos="0">
                    <a:schemeClr val="bg1"/>
                  </a:gs>
                  <a:gs pos="61000">
                    <a:schemeClr val="accent2">
                      <a:lumMod val="20000"/>
                      <a:lumOff val="80000"/>
                      <a:alpha val="39000"/>
                    </a:schemeClr>
                  </a:gs>
                </a:gsLst>
                <a:lin ang="16200000" scaled="0"/>
              </a:gradFill>
              <a:ln>
                <a:noFill/>
              </a:ln>
            </p:spPr>
          </p:sp>
          <p:sp>
            <p:nvSpPr>
              <p:cNvPr id="6" name="Rectangle 6"/>
              <p:cNvSpPr/>
              <p:nvPr>
                <p:custDataLst>
                  <p:tags r:id="rId4"/>
                </p:custDataLst>
              </p:nvPr>
            </p:nvSpPr>
            <p:spPr>
              <a:xfrm>
                <a:off x="571500" y="1047750"/>
                <a:ext cx="38100" cy="685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55523" y="1195864"/>
                <a:ext cx="274579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8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MR Video See-Through + 空间锚点</a:t>
                </a:r>
                <a:endParaRPr lang="zh-CN" sz="128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756666" y="1429702"/>
                <a:ext cx="193796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  <a:t>Pico Spatial Anchor 漂移校正</a:t>
                </a:r>
                <a:endParaRPr lang="zh-CN" sz="1050" dirty="0">
                  <a:solidFill>
                    <a:schemeClr val="accent5">
                      <a:lumMod val="50000"/>
                    </a:schemeClr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4238625" y="1047750"/>
              <a:ext cx="3524250" cy="685800"/>
              <a:chOff x="4238625" y="1047750"/>
              <a:chExt cx="3524250" cy="685800"/>
            </a:xfrm>
          </p:grpSpPr>
          <p:sp>
            <p:nvSpPr>
              <p:cNvPr id="10" name="Rectangle 10"/>
              <p:cNvSpPr/>
              <p:nvPr>
                <p:custDataLst>
                  <p:tags r:id="rId7"/>
                </p:custDataLst>
              </p:nvPr>
            </p:nvSpPr>
            <p:spPr>
              <a:xfrm>
                <a:off x="4238625" y="1047750"/>
                <a:ext cx="3524250" cy="685800"/>
              </a:xfrm>
              <a:prstGeom prst="rect">
                <a:avLst/>
              </a:prstGeom>
              <a:gradFill>
                <a:gsLst>
                  <a:gs pos="0">
                    <a:schemeClr val="bg1"/>
                  </a:gs>
                  <a:gs pos="61000">
                    <a:schemeClr val="accent2">
                      <a:lumMod val="20000"/>
                      <a:lumOff val="80000"/>
                      <a:alpha val="39000"/>
                    </a:schemeClr>
                  </a:gs>
                </a:gsLst>
                <a:lin ang="16200000" scaled="0"/>
              </a:gradFill>
              <a:ln>
                <a:noFill/>
              </a:ln>
            </p:spPr>
          </p:sp>
          <p:sp>
            <p:nvSpPr>
              <p:cNvPr id="11" name="Rectangle 11"/>
              <p:cNvSpPr/>
              <p:nvPr>
                <p:custDataLst>
                  <p:tags r:id="rId8"/>
                </p:custDataLst>
              </p:nvPr>
            </p:nvSpPr>
            <p:spPr>
              <a:xfrm>
                <a:off x="4238625" y="1047750"/>
                <a:ext cx="38100" cy="685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4422648" y="1195864"/>
                <a:ext cx="151208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8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单人 </a:t>
                </a:r>
                <a:r>
                  <a:rPr lang="zh-CN" sz="128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测试模式</a:t>
                </a:r>
                <a:endParaRPr lang="zh-CN" sz="128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4423791" y="1429702"/>
                <a:ext cx="17638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  <a:t>MRGameManager + MRFlag</a:t>
                </a:r>
                <a:endParaRPr lang="en-US" sz="1050" dirty="0">
                  <a:solidFill>
                    <a:schemeClr val="accent5">
                      <a:lumMod val="50000"/>
                    </a:schemeClr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7905750" y="1047750"/>
              <a:ext cx="3524250" cy="685800"/>
              <a:chOff x="7905750" y="1047750"/>
              <a:chExt cx="3524250" cy="685800"/>
            </a:xfrm>
          </p:grpSpPr>
          <p:sp>
            <p:nvSpPr>
              <p:cNvPr id="15" name="Rectangle 15"/>
              <p:cNvSpPr/>
              <p:nvPr>
                <p:custDataLst>
                  <p:tags r:id="rId11"/>
                </p:custDataLst>
              </p:nvPr>
            </p:nvSpPr>
            <p:spPr>
              <a:xfrm>
                <a:off x="7905750" y="1047750"/>
                <a:ext cx="3524250" cy="685800"/>
              </a:xfrm>
              <a:prstGeom prst="rect">
                <a:avLst/>
              </a:prstGeom>
              <a:gradFill>
                <a:gsLst>
                  <a:gs pos="0">
                    <a:schemeClr val="bg1"/>
                  </a:gs>
                  <a:gs pos="61000">
                    <a:schemeClr val="accent2">
                      <a:lumMod val="20000"/>
                      <a:lumOff val="80000"/>
                      <a:alpha val="39000"/>
                    </a:schemeClr>
                  </a:gs>
                </a:gsLst>
                <a:lin ang="16200000" scaled="0"/>
              </a:gradFill>
              <a:ln>
                <a:noFill/>
              </a:ln>
            </p:spPr>
          </p:sp>
          <p:sp>
            <p:nvSpPr>
              <p:cNvPr id="16" name="Rectangle 16"/>
              <p:cNvSpPr/>
              <p:nvPr>
                <p:custDataLst>
                  <p:tags r:id="rId12"/>
                </p:custDataLst>
              </p:nvPr>
            </p:nvSpPr>
            <p:spPr>
              <a:xfrm>
                <a:off x="7905750" y="1047750"/>
                <a:ext cx="38100" cy="685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8089773" y="1195864"/>
                <a:ext cx="139146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8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双人实时联机对战</a:t>
                </a:r>
                <a:endParaRPr lang="zh-CN" sz="128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8090916" y="1429702"/>
                <a:ext cx="20177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  <a:t>MultiGameManager + 网络同步</a:t>
                </a:r>
                <a:endParaRPr lang="zh-CN" sz="1050" dirty="0">
                  <a:solidFill>
                    <a:schemeClr val="accent5">
                      <a:lumMod val="50000"/>
                    </a:schemeClr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71500" y="1857375"/>
              <a:ext cx="3524250" cy="685800"/>
              <a:chOff x="571500" y="1857375"/>
              <a:chExt cx="3524250" cy="685800"/>
            </a:xfrm>
          </p:grpSpPr>
          <p:sp>
            <p:nvSpPr>
              <p:cNvPr id="20" name="Rectangle 20"/>
              <p:cNvSpPr/>
              <p:nvPr>
                <p:custDataLst>
                  <p:tags r:id="rId15"/>
                </p:custDataLst>
              </p:nvPr>
            </p:nvSpPr>
            <p:spPr>
              <a:xfrm>
                <a:off x="571500" y="1857375"/>
                <a:ext cx="3524250" cy="685800"/>
              </a:xfrm>
              <a:prstGeom prst="rect">
                <a:avLst/>
              </a:prstGeom>
              <a:gradFill>
                <a:gsLst>
                  <a:gs pos="0">
                    <a:schemeClr val="bg1"/>
                  </a:gs>
                  <a:gs pos="61000">
                    <a:schemeClr val="accent2">
                      <a:lumMod val="20000"/>
                      <a:lumOff val="80000"/>
                      <a:alpha val="39000"/>
                    </a:schemeClr>
                  </a:gs>
                </a:gsLst>
                <a:lin ang="16200000" scaled="0"/>
              </a:gradFill>
              <a:ln>
                <a:noFill/>
              </a:ln>
            </p:spPr>
          </p:sp>
          <p:sp>
            <p:nvSpPr>
              <p:cNvPr id="21" name="Rectangle 21"/>
              <p:cNvSpPr/>
              <p:nvPr>
                <p:custDataLst>
                  <p:tags r:id="rId16"/>
                </p:custDataLst>
              </p:nvPr>
            </p:nvSpPr>
            <p:spPr>
              <a:xfrm>
                <a:off x="571500" y="1857375"/>
                <a:ext cx="38100" cy="685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755523" y="2005489"/>
                <a:ext cx="117818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8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XR 地图编辑器</a:t>
                </a:r>
                <a:endParaRPr lang="zh-CN" sz="128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TextBox 23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756666" y="2239328"/>
                <a:ext cx="14665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  <a:t>放置 / 选择 / 编辑物体</a:t>
                </a:r>
                <a:endParaRPr lang="zh-CN" sz="1050" dirty="0">
                  <a:solidFill>
                    <a:schemeClr val="accent5">
                      <a:lumMod val="50000"/>
                    </a:schemeClr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4238625" y="1857375"/>
              <a:ext cx="3524250" cy="685800"/>
              <a:chOff x="4238625" y="1857375"/>
              <a:chExt cx="3524250" cy="685800"/>
            </a:xfrm>
          </p:grpSpPr>
          <p:sp>
            <p:nvSpPr>
              <p:cNvPr id="25" name="Rectangle 25"/>
              <p:cNvSpPr/>
              <p:nvPr>
                <p:custDataLst>
                  <p:tags r:id="rId19"/>
                </p:custDataLst>
              </p:nvPr>
            </p:nvSpPr>
            <p:spPr>
              <a:xfrm>
                <a:off x="4238625" y="1857375"/>
                <a:ext cx="3524250" cy="685800"/>
              </a:xfrm>
              <a:prstGeom prst="rect">
                <a:avLst/>
              </a:prstGeom>
              <a:gradFill>
                <a:gsLst>
                  <a:gs pos="0">
                    <a:schemeClr val="bg1"/>
                  </a:gs>
                  <a:gs pos="61000">
                    <a:schemeClr val="accent2">
                      <a:lumMod val="20000"/>
                      <a:lumOff val="80000"/>
                      <a:alpha val="39000"/>
                    </a:schemeClr>
                  </a:gs>
                </a:gsLst>
                <a:lin ang="16200000" scaled="0"/>
              </a:gradFill>
              <a:ln>
                <a:noFill/>
              </a:ln>
            </p:spPr>
          </p:sp>
          <p:sp>
            <p:nvSpPr>
              <p:cNvPr id="26" name="Rectangle 26"/>
              <p:cNvSpPr/>
              <p:nvPr>
                <p:custDataLst>
                  <p:tags r:id="rId20"/>
                </p:custDataLst>
              </p:nvPr>
            </p:nvSpPr>
            <p:spPr>
              <a:xfrm>
                <a:off x="4238625" y="1857375"/>
                <a:ext cx="38100" cy="685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4422648" y="2005489"/>
                <a:ext cx="104683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8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地图云端同步</a:t>
                </a:r>
                <a:endParaRPr lang="zh-CN" sz="128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TextBox 28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4423791" y="2239328"/>
                <a:ext cx="164949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  <a:t>WebSocket 场景地图协议</a:t>
                </a:r>
                <a:endParaRPr lang="zh-CN" sz="1050" dirty="0">
                  <a:solidFill>
                    <a:schemeClr val="accent5">
                      <a:lumMod val="50000"/>
                    </a:schemeClr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7905750" y="1857375"/>
              <a:ext cx="3524250" cy="685800"/>
              <a:chOff x="7905750" y="1857375"/>
              <a:chExt cx="3524250" cy="685800"/>
            </a:xfrm>
          </p:grpSpPr>
          <p:sp>
            <p:nvSpPr>
              <p:cNvPr id="30" name="Rectangle 30"/>
              <p:cNvSpPr/>
              <p:nvPr>
                <p:custDataLst>
                  <p:tags r:id="rId23"/>
                </p:custDataLst>
              </p:nvPr>
            </p:nvSpPr>
            <p:spPr>
              <a:xfrm>
                <a:off x="7905750" y="1857375"/>
                <a:ext cx="3524250" cy="685800"/>
              </a:xfrm>
              <a:prstGeom prst="rect">
                <a:avLst/>
              </a:prstGeom>
              <a:gradFill>
                <a:gsLst>
                  <a:gs pos="0">
                    <a:schemeClr val="bg1"/>
                  </a:gs>
                  <a:gs pos="61000">
                    <a:schemeClr val="accent2">
                      <a:lumMod val="20000"/>
                      <a:lumOff val="80000"/>
                      <a:alpha val="39000"/>
                    </a:schemeClr>
                  </a:gs>
                </a:gsLst>
                <a:lin ang="16200000" scaled="0"/>
              </a:gradFill>
              <a:ln>
                <a:noFill/>
              </a:ln>
            </p:spPr>
          </p:sp>
          <p:sp>
            <p:nvSpPr>
              <p:cNvPr id="31" name="Rectangle 31"/>
              <p:cNvSpPr/>
              <p:nvPr>
                <p:custDataLst>
                  <p:tags r:id="rId24"/>
                </p:custDataLst>
              </p:nvPr>
            </p:nvSpPr>
            <p:spPr>
              <a:xfrm>
                <a:off x="7905750" y="1857375"/>
                <a:ext cx="38100" cy="685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8089773" y="2005489"/>
                <a:ext cx="150590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8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REST 房间管理 API</a:t>
                </a:r>
                <a:endParaRPr lang="zh-CN" sz="128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8090916" y="2239328"/>
                <a:ext cx="162913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  <a:t>创建 / 开始 / 停止 / 查询</a:t>
                </a:r>
                <a:endParaRPr lang="zh-CN" sz="1050" dirty="0">
                  <a:solidFill>
                    <a:schemeClr val="accent5">
                      <a:lumMod val="50000"/>
                    </a:schemeClr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67055" y="2667000"/>
              <a:ext cx="3524250" cy="685800"/>
              <a:chOff x="567055" y="2667000"/>
              <a:chExt cx="3524250" cy="685800"/>
            </a:xfrm>
          </p:grpSpPr>
          <p:sp>
            <p:nvSpPr>
              <p:cNvPr id="35" name="Rectangle 35"/>
              <p:cNvSpPr/>
              <p:nvPr>
                <p:custDataLst>
                  <p:tags r:id="rId27"/>
                </p:custDataLst>
              </p:nvPr>
            </p:nvSpPr>
            <p:spPr>
              <a:xfrm>
                <a:off x="567055" y="2667000"/>
                <a:ext cx="3524250" cy="685800"/>
              </a:xfrm>
              <a:prstGeom prst="rect">
                <a:avLst/>
              </a:prstGeom>
              <a:gradFill>
                <a:gsLst>
                  <a:gs pos="0">
                    <a:schemeClr val="bg1"/>
                  </a:gs>
                  <a:gs pos="61000">
                    <a:schemeClr val="accent2">
                      <a:lumMod val="20000"/>
                      <a:lumOff val="80000"/>
                      <a:alpha val="39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txBody>
              <a:bodyPr/>
              <a:p>
                <a:endParaRPr lang="zh-CN" altLang="en-US">
                  <a:gradFill>
                    <a:gsLst>
                      <a:gs pos="0">
                        <a:srgbClr val="D7F0FC"/>
                      </a:gs>
                      <a:gs pos="52000">
                        <a:srgbClr val="FFEFDE"/>
                      </a:gs>
                      <a:gs pos="100000">
                        <a:srgbClr val="FFDCFC"/>
                      </a:gs>
                    </a:gsLst>
                    <a:lin ang="5400000" scaled="1"/>
                  </a:gradFill>
                </a:endParaRPr>
              </a:p>
            </p:txBody>
          </p:sp>
          <p:sp>
            <p:nvSpPr>
              <p:cNvPr id="36" name="Rectangle 36"/>
              <p:cNvSpPr/>
              <p:nvPr>
                <p:custDataLst>
                  <p:tags r:id="rId28"/>
                </p:custDataLst>
              </p:nvPr>
            </p:nvSpPr>
            <p:spPr>
              <a:xfrm>
                <a:off x="571500" y="2667000"/>
                <a:ext cx="38100" cy="685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755523" y="2815114"/>
                <a:ext cx="166180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8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WebSocket 事件通信</a:t>
                </a:r>
                <a:endParaRPr lang="zh-CN" sz="128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" name="TextBox 38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756666" y="3048952"/>
                <a:ext cx="148178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  <a:t>JSON 消息 + 心跳保活</a:t>
                </a:r>
                <a:endParaRPr lang="zh-CN" sz="1050" dirty="0">
                  <a:solidFill>
                    <a:schemeClr val="accent5">
                      <a:lumMod val="50000"/>
                    </a:schemeClr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4238625" y="2667000"/>
              <a:ext cx="3524250" cy="685800"/>
              <a:chOff x="4238625" y="2667000"/>
              <a:chExt cx="3524250" cy="685800"/>
            </a:xfrm>
          </p:grpSpPr>
          <p:sp>
            <p:nvSpPr>
              <p:cNvPr id="40" name="Rectangle 40"/>
              <p:cNvSpPr/>
              <p:nvPr>
                <p:custDataLst>
                  <p:tags r:id="rId31"/>
                </p:custDataLst>
              </p:nvPr>
            </p:nvSpPr>
            <p:spPr>
              <a:xfrm>
                <a:off x="4238625" y="2667000"/>
                <a:ext cx="3524250" cy="685800"/>
              </a:xfrm>
              <a:prstGeom prst="rect">
                <a:avLst/>
              </a:prstGeom>
              <a:gradFill>
                <a:gsLst>
                  <a:gs pos="0">
                    <a:schemeClr val="bg1"/>
                  </a:gs>
                  <a:gs pos="61000">
                    <a:schemeClr val="accent2">
                      <a:lumMod val="20000"/>
                      <a:lumOff val="80000"/>
                      <a:alpha val="39000"/>
                    </a:schemeClr>
                  </a:gs>
                </a:gsLst>
                <a:lin ang="16200000" scaled="0"/>
              </a:gradFill>
              <a:ln>
                <a:noFill/>
              </a:ln>
            </p:spPr>
          </p:sp>
          <p:sp>
            <p:nvSpPr>
              <p:cNvPr id="41" name="Rectangle 41"/>
              <p:cNvSpPr/>
              <p:nvPr>
                <p:custDataLst>
                  <p:tags r:id="rId32"/>
                </p:custDataLst>
              </p:nvPr>
            </p:nvSpPr>
            <p:spPr>
              <a:xfrm>
                <a:off x="4238625" y="2667000"/>
                <a:ext cx="38100" cy="685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>
                <p:custDataLst>
                  <p:tags r:id="rId33"/>
                </p:custDataLst>
              </p:nvPr>
            </p:nvSpPr>
            <p:spPr>
              <a:xfrm>
                <a:off x="4422648" y="2815114"/>
                <a:ext cx="153493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8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UDP 30Hz 位置同步</a:t>
                </a:r>
                <a:endParaRPr lang="zh-CN" sz="128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TextBox 43"/>
              <p:cNvSpPr txBox="1"/>
              <p:nvPr>
                <p:custDataLst>
                  <p:tags r:id="rId34"/>
                </p:custDataLst>
              </p:nvPr>
            </p:nvSpPr>
            <p:spPr>
              <a:xfrm>
                <a:off x="4423791" y="3048952"/>
                <a:ext cx="186850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  <a:t>MsgPack 编解码 + Go 端匹配</a:t>
                </a:r>
                <a:endParaRPr lang="zh-CN" sz="1050" dirty="0">
                  <a:solidFill>
                    <a:schemeClr val="accent5">
                      <a:lumMod val="50000"/>
                    </a:schemeClr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7905750" y="2667000"/>
              <a:ext cx="3524250" cy="685800"/>
              <a:chOff x="7905750" y="2667000"/>
              <a:chExt cx="3524250" cy="685800"/>
            </a:xfrm>
          </p:grpSpPr>
          <p:sp>
            <p:nvSpPr>
              <p:cNvPr id="45" name="Rectangle 45"/>
              <p:cNvSpPr/>
              <p:nvPr>
                <p:custDataLst>
                  <p:tags r:id="rId35"/>
                </p:custDataLst>
              </p:nvPr>
            </p:nvSpPr>
            <p:spPr>
              <a:xfrm>
                <a:off x="7905750" y="2667000"/>
                <a:ext cx="3524250" cy="685800"/>
              </a:xfrm>
              <a:prstGeom prst="rect">
                <a:avLst/>
              </a:prstGeom>
              <a:gradFill>
                <a:gsLst>
                  <a:gs pos="0">
                    <a:schemeClr val="bg1"/>
                  </a:gs>
                  <a:gs pos="61000">
                    <a:schemeClr val="accent2">
                      <a:lumMod val="20000"/>
                      <a:lumOff val="80000"/>
                      <a:alpha val="39000"/>
                    </a:schemeClr>
                  </a:gs>
                </a:gsLst>
                <a:lin ang="16200000" scaled="0"/>
              </a:gradFill>
              <a:ln>
                <a:noFill/>
              </a:ln>
            </p:spPr>
          </p:sp>
          <p:sp>
            <p:nvSpPr>
              <p:cNvPr id="46" name="Rectangle 46"/>
              <p:cNvSpPr/>
              <p:nvPr>
                <p:custDataLst>
                  <p:tags r:id="rId36"/>
                </p:custDataLst>
              </p:nvPr>
            </p:nvSpPr>
            <p:spPr>
              <a:xfrm>
                <a:off x="7905750" y="2667000"/>
                <a:ext cx="38100" cy="685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>
                <p:custDataLst>
                  <p:tags r:id="rId37"/>
                </p:custDataLst>
              </p:nvPr>
            </p:nvSpPr>
            <p:spPr>
              <a:xfrm>
                <a:off x="8089773" y="2815114"/>
                <a:ext cx="158962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8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模型替换 + 资源管理</a:t>
                </a:r>
                <a:endParaRPr lang="zh-CN" sz="128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8" name="TextBox 48"/>
              <p:cNvSpPr txBox="1"/>
              <p:nvPr>
                <p:custDataLst>
                  <p:tags r:id="rId38"/>
                </p:custDataLst>
              </p:nvPr>
            </p:nvSpPr>
            <p:spPr>
              <a:xfrm>
                <a:off x="8090916" y="3048952"/>
                <a:ext cx="166517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  <a:t>Addressables 预制体引用</a:t>
                </a:r>
                <a:endParaRPr lang="zh-CN" sz="1050" dirty="0">
                  <a:solidFill>
                    <a:schemeClr val="accent5">
                      <a:lumMod val="50000"/>
                    </a:schemeClr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51" name="TextBox 51"/>
          <p:cNvSpPr txBox="1"/>
          <p:nvPr>
            <p:custDataLst>
              <p:tags r:id="rId39"/>
            </p:custDataLst>
          </p:nvPr>
        </p:nvSpPr>
        <p:spPr>
          <a:xfrm>
            <a:off x="11477244" y="6506528"/>
            <a:ext cx="148590" cy="1612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en-US" sz="105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11</a:t>
            </a:r>
            <a:endParaRPr lang="en-US" sz="105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custDataLst>
      <p:tags r:id="rId40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48284" y="280035"/>
            <a:ext cx="2698966" cy="528066"/>
            <a:chOff x="748284" y="280035"/>
            <a:chExt cx="2698966" cy="528066"/>
          </a:xfrm>
        </p:grpSpPr>
        <p:sp>
          <p:nvSpPr>
            <p:cNvPr id="2" name="TextBox 2"/>
            <p:cNvSpPr txBox="1"/>
            <p:nvPr>
              <p:custDataLst>
                <p:tags r:id="rId1"/>
              </p:custDataLst>
            </p:nvPr>
          </p:nvSpPr>
          <p:spPr>
            <a:xfrm>
              <a:off x="748284" y="280035"/>
              <a:ext cx="269896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7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视频演示</a:t>
              </a:r>
              <a:endParaRPr lang="zh-CN" sz="2700" b="1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Rectangle 3"/>
            <p:cNvSpPr/>
            <p:nvPr>
              <p:custDataLst>
                <p:tags r:id="rId2"/>
              </p:custDataLst>
            </p:nvPr>
          </p:nvSpPr>
          <p:spPr>
            <a:xfrm>
              <a:off x="762000" y="742950"/>
              <a:ext cx="5715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952500" y="820420"/>
            <a:ext cx="10577830" cy="5307965"/>
            <a:chOff x="6286500" y="1238250"/>
            <a:chExt cx="5143500" cy="3143250"/>
          </a:xfrm>
        </p:grpSpPr>
        <p:sp>
          <p:nvSpPr>
            <p:cNvPr id="21" name="Rectangle 21"/>
            <p:cNvSpPr/>
            <p:nvPr>
              <p:custDataLst>
                <p:tags r:id="rId3"/>
              </p:custDataLst>
            </p:nvPr>
          </p:nvSpPr>
          <p:spPr>
            <a:xfrm>
              <a:off x="6286500" y="1238250"/>
              <a:ext cx="5143500" cy="3143250"/>
            </a:xfrm>
            <a:prstGeom prst="rect">
              <a:avLst/>
            </a:prstGeom>
            <a:solidFill>
              <a:schemeClr val="accent4"/>
            </a:solidFill>
            <a:ln w="14288">
              <a:solidFill>
                <a:schemeClr val="accent5"/>
              </a:solidFill>
              <a:prstDash val="lgDash"/>
            </a:ln>
          </p:spPr>
        </p:sp>
        <p:sp>
          <p:nvSpPr>
            <p:cNvPr id="22" name="Polygon 22"/>
            <p:cNvSpPr/>
            <p:nvPr>
              <p:custDataLst>
                <p:tags r:id="rId4"/>
              </p:custDataLst>
            </p:nvPr>
          </p:nvSpPr>
          <p:spPr>
            <a:xfrm>
              <a:off x="8620125" y="2571750"/>
              <a:ext cx="619125" cy="666750"/>
            </a:xfrm>
            <a:custGeom>
              <a:avLst/>
              <a:gdLst/>
              <a:ahLst/>
              <a:cxnLst/>
              <a:rect l="l" t="t" r="r" b="b"/>
              <a:pathLst>
                <a:path w="619125" h="666750">
                  <a:moveTo>
                    <a:pt x="0" y="0"/>
                  </a:moveTo>
                  <a:lnTo>
                    <a:pt x="0" y="666750"/>
                  </a:lnTo>
                  <a:lnTo>
                    <a:pt x="619125" y="33337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>
              <p:custDataLst>
                <p:tags r:id="rId5"/>
              </p:custDataLst>
            </p:nvPr>
          </p:nvSpPr>
          <p:spPr>
            <a:xfrm>
              <a:off x="8125206" y="34899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200" dirty="0">
                  <a:solidFill>
                    <a:schemeClr val="accent4">
                      <a:lumMod val="50000"/>
                      <a:hueOff val="10800000"/>
                    </a:schemeClr>
                  </a:solidFill>
                  <a:latin typeface="+mn-lt"/>
                  <a:ea typeface="+mn-ea"/>
                  <a:cs typeface="+mn-cs"/>
                </a:rPr>
                <a:t>在此处插入演示视频</a:t>
              </a:r>
              <a:endParaRPr lang="zh-CN" sz="1200" dirty="0">
                <a:solidFill>
                  <a:schemeClr val="accent4">
                    <a:lumMod val="50000"/>
                    <a:hueOff val="1080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5" name="TextBox 25"/>
          <p:cNvSpPr txBox="1"/>
          <p:nvPr>
            <p:custDataLst>
              <p:tags r:id="rId6"/>
            </p:custDataLst>
          </p:nvPr>
        </p:nvSpPr>
        <p:spPr>
          <a:xfrm>
            <a:off x="11477244" y="6506528"/>
            <a:ext cx="148590" cy="1612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en-US" sz="105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12</a:t>
            </a:r>
            <a:endParaRPr lang="en-US" sz="105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sz="6000" dirty="0"/>
              <a:t>工作汇报</a:t>
            </a:r>
            <a:endParaRPr lang="zh-CN" sz="6000" dirty="0"/>
          </a:p>
        </p:txBody>
      </p:sp>
      <p:sp>
        <p:nvSpPr>
          <p:cNvPr id="1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PART 03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48284" y="280035"/>
            <a:ext cx="2317318" cy="528066"/>
            <a:chOff x="748284" y="280035"/>
            <a:chExt cx="2317318" cy="528066"/>
          </a:xfrm>
        </p:grpSpPr>
        <p:sp>
          <p:nvSpPr>
            <p:cNvPr id="2" name="TextBox 2"/>
            <p:cNvSpPr txBox="1"/>
            <p:nvPr>
              <p:custDataLst>
                <p:tags r:id="rId1"/>
              </p:custDataLst>
            </p:nvPr>
          </p:nvSpPr>
          <p:spPr>
            <a:xfrm>
              <a:off x="748284" y="280035"/>
              <a:ext cx="231731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7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成员工作概览</a:t>
              </a:r>
              <a:endParaRPr lang="zh-CN" sz="2700" b="1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Rectangle 3"/>
            <p:cNvSpPr/>
            <p:nvPr>
              <p:custDataLst>
                <p:tags r:id="rId2"/>
              </p:custDataLst>
            </p:nvPr>
          </p:nvSpPr>
          <p:spPr>
            <a:xfrm>
              <a:off x="762000" y="742950"/>
              <a:ext cx="5715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143000"/>
            <a:ext cx="5334000" cy="2524125"/>
            <a:chOff x="571500" y="1143000"/>
            <a:chExt cx="5334000" cy="2524125"/>
          </a:xfrm>
        </p:grpSpPr>
        <p:sp>
          <p:nvSpPr>
            <p:cNvPr id="5" name="Rectangle 5"/>
            <p:cNvSpPr/>
            <p:nvPr/>
          </p:nvSpPr>
          <p:spPr>
            <a:xfrm>
              <a:off x="571500" y="1143000"/>
              <a:ext cx="5334000" cy="25241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143000"/>
              <a:ext cx="5334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381125"/>
              <a:ext cx="457200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>
              <p:custDataLst>
                <p:tags r:id="rId3"/>
              </p:custDataLst>
            </p:nvPr>
          </p:nvSpPr>
          <p:spPr>
            <a:xfrm>
              <a:off x="884873" y="1537335"/>
              <a:ext cx="2114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cs typeface="Consolas" panose="020B0609020204030204"/>
                </a:rPr>
                <a:t>M1</a:t>
              </a:r>
              <a:endParaRPr lang="en-US" sz="1200" dirty="0">
                <a:solidFill>
                  <a:srgbClr val="FFFFFF"/>
                </a:solidFill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>
              <p:custDataLst>
                <p:tags r:id="rId4"/>
              </p:custDataLst>
            </p:nvPr>
          </p:nvSpPr>
          <p:spPr>
            <a:xfrm>
              <a:off x="1371981" y="1472565"/>
              <a:ext cx="14685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[ 成员姓名 ]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2047875"/>
              <a:ext cx="4953000" cy="13811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1"/>
              </a:solidFill>
              <a:custDash>
                <a:ds d="600000" sp="400000"/>
              </a:custDash>
            </a:ln>
          </p:spPr>
        </p:sp>
        <p:sp>
          <p:nvSpPr>
            <p:cNvPr id="11" name="TextBox 11"/>
            <p:cNvSpPr txBox="1"/>
            <p:nvPr>
              <p:custDataLst>
                <p:tags r:id="rId5"/>
              </p:custDataLst>
            </p:nvPr>
          </p:nvSpPr>
          <p:spPr>
            <a:xfrm>
              <a:off x="2505456" y="268033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在此处填写工作内容</a:t>
              </a:r>
              <a:endParaRPr lang="zh-CN" sz="120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286500" y="1143000"/>
            <a:ext cx="5334000" cy="2524125"/>
            <a:chOff x="6286500" y="1143000"/>
            <a:chExt cx="5334000" cy="2524125"/>
          </a:xfrm>
        </p:grpSpPr>
        <p:sp>
          <p:nvSpPr>
            <p:cNvPr id="13" name="Rectangle 13"/>
            <p:cNvSpPr/>
            <p:nvPr/>
          </p:nvSpPr>
          <p:spPr>
            <a:xfrm>
              <a:off x="6286500" y="1143000"/>
              <a:ext cx="5334000" cy="25241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286500" y="1143000"/>
              <a:ext cx="53340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477000" y="1381125"/>
              <a:ext cx="457200" cy="4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>
              <p:custDataLst>
                <p:tags r:id="rId6"/>
              </p:custDataLst>
            </p:nvPr>
          </p:nvSpPr>
          <p:spPr>
            <a:xfrm>
              <a:off x="6599873" y="1537335"/>
              <a:ext cx="2114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en-US" sz="1200" dirty="0">
                  <a:solidFill>
                    <a:schemeClr val="lt1"/>
                  </a:solidFill>
                  <a:cs typeface="Consolas" panose="020B0609020204030204"/>
                </a:rPr>
                <a:t>M2</a:t>
              </a:r>
              <a:endParaRPr lang="en-US" sz="1200" dirty="0">
                <a:solidFill>
                  <a:schemeClr val="lt1"/>
                </a:solidFill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>
              <p:custDataLst>
                <p:tags r:id="rId7"/>
              </p:custDataLst>
            </p:nvPr>
          </p:nvSpPr>
          <p:spPr>
            <a:xfrm>
              <a:off x="7086981" y="1472565"/>
              <a:ext cx="14685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[ 成员姓名 ]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477000" y="2047875"/>
              <a:ext cx="4953000" cy="13811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1"/>
              </a:solidFill>
              <a:custDash>
                <a:ds d="600000" sp="400000"/>
              </a:custDash>
            </a:ln>
          </p:spPr>
        </p:sp>
        <p:sp>
          <p:nvSpPr>
            <p:cNvPr id="19" name="TextBox 19"/>
            <p:cNvSpPr txBox="1"/>
            <p:nvPr>
              <p:custDataLst>
                <p:tags r:id="rId8"/>
              </p:custDataLst>
            </p:nvPr>
          </p:nvSpPr>
          <p:spPr>
            <a:xfrm>
              <a:off x="8220456" y="268033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在此处填写工作内容</a:t>
              </a:r>
              <a:endParaRPr lang="zh-CN" sz="120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3857625"/>
            <a:ext cx="5334000" cy="2524125"/>
            <a:chOff x="571500" y="3857625"/>
            <a:chExt cx="5334000" cy="2524125"/>
          </a:xfrm>
        </p:grpSpPr>
        <p:sp>
          <p:nvSpPr>
            <p:cNvPr id="21" name="Rectangle 21"/>
            <p:cNvSpPr/>
            <p:nvPr/>
          </p:nvSpPr>
          <p:spPr>
            <a:xfrm>
              <a:off x="571500" y="3857625"/>
              <a:ext cx="5334000" cy="25241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71500" y="3857625"/>
              <a:ext cx="5334000" cy="38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2000" y="4095750"/>
              <a:ext cx="457200" cy="457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24" name="TextBox 24"/>
            <p:cNvSpPr txBox="1"/>
            <p:nvPr>
              <p:custDataLst>
                <p:tags r:id="rId9"/>
              </p:custDataLst>
            </p:nvPr>
          </p:nvSpPr>
          <p:spPr>
            <a:xfrm>
              <a:off x="884873" y="4251960"/>
              <a:ext cx="2114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en-US" sz="1200" dirty="0">
                  <a:solidFill>
                    <a:schemeClr val="lt1"/>
                  </a:solidFill>
                  <a:cs typeface="Consolas" panose="020B0609020204030204"/>
                </a:rPr>
                <a:t>M3</a:t>
              </a:r>
              <a:endParaRPr lang="en-US" sz="1200" dirty="0">
                <a:solidFill>
                  <a:schemeClr val="lt1"/>
                </a:solidFill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>
              <p:custDataLst>
                <p:tags r:id="rId10"/>
              </p:custDataLst>
            </p:nvPr>
          </p:nvSpPr>
          <p:spPr>
            <a:xfrm>
              <a:off x="1371981" y="4187190"/>
              <a:ext cx="14685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[ 成员姓名 ]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2000" y="4762500"/>
              <a:ext cx="4953000" cy="13811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1"/>
              </a:solidFill>
              <a:custDash>
                <a:ds d="600000" sp="400000"/>
              </a:custDash>
            </a:ln>
          </p:spPr>
        </p:sp>
        <p:sp>
          <p:nvSpPr>
            <p:cNvPr id="27" name="TextBox 27"/>
            <p:cNvSpPr txBox="1"/>
            <p:nvPr>
              <p:custDataLst>
                <p:tags r:id="rId11"/>
              </p:custDataLst>
            </p:nvPr>
          </p:nvSpPr>
          <p:spPr>
            <a:xfrm>
              <a:off x="2505456" y="53949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在此处填写工作内容</a:t>
              </a:r>
              <a:endParaRPr lang="zh-CN" sz="120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86500" y="3857625"/>
            <a:ext cx="5334000" cy="2524125"/>
            <a:chOff x="6286500" y="3857625"/>
            <a:chExt cx="5334000" cy="2524125"/>
          </a:xfrm>
        </p:grpSpPr>
        <p:sp>
          <p:nvSpPr>
            <p:cNvPr id="29" name="Rectangle 29"/>
            <p:cNvSpPr/>
            <p:nvPr/>
          </p:nvSpPr>
          <p:spPr>
            <a:xfrm>
              <a:off x="6286500" y="3857625"/>
              <a:ext cx="5334000" cy="25241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86500" y="3857625"/>
              <a:ext cx="5334000" cy="38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77000" y="4095750"/>
              <a:ext cx="457200" cy="457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2" name="TextBox 32"/>
            <p:cNvSpPr txBox="1"/>
            <p:nvPr>
              <p:custDataLst>
                <p:tags r:id="rId12"/>
              </p:custDataLst>
            </p:nvPr>
          </p:nvSpPr>
          <p:spPr>
            <a:xfrm>
              <a:off x="6599873" y="4251960"/>
              <a:ext cx="2114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en-US" sz="1200" dirty="0">
                  <a:solidFill>
                    <a:schemeClr val="lt1"/>
                  </a:solidFill>
                  <a:cs typeface="Consolas" panose="020B0609020204030204"/>
                </a:rPr>
                <a:t>M4</a:t>
              </a:r>
              <a:endParaRPr lang="en-US" sz="1200" dirty="0">
                <a:solidFill>
                  <a:schemeClr val="lt1"/>
                </a:solidFill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>
              <p:custDataLst>
                <p:tags r:id="rId13"/>
              </p:custDataLst>
            </p:nvPr>
          </p:nvSpPr>
          <p:spPr>
            <a:xfrm>
              <a:off x="7086981" y="4187190"/>
              <a:ext cx="14685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[ 成员姓名 ]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77000" y="4762500"/>
              <a:ext cx="4953000" cy="13811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1"/>
              </a:solidFill>
              <a:custDash>
                <a:ds d="600000" sp="400000"/>
              </a:custDash>
            </a:ln>
          </p:spPr>
        </p:sp>
        <p:sp>
          <p:nvSpPr>
            <p:cNvPr id="35" name="TextBox 35"/>
            <p:cNvSpPr txBox="1"/>
            <p:nvPr>
              <p:custDataLst>
                <p:tags r:id="rId14"/>
              </p:custDataLst>
            </p:nvPr>
          </p:nvSpPr>
          <p:spPr>
            <a:xfrm>
              <a:off x="8220456" y="53949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在此处填写工作内容</a:t>
              </a:r>
              <a:endParaRPr lang="zh-CN" sz="120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7" name="TextBox 37"/>
          <p:cNvSpPr txBox="1"/>
          <p:nvPr>
            <p:custDataLst>
              <p:tags r:id="rId15"/>
            </p:custDataLst>
          </p:nvPr>
        </p:nvSpPr>
        <p:spPr>
          <a:xfrm>
            <a:off x="11477244" y="6506528"/>
            <a:ext cx="148590" cy="1612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en-US" sz="105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14</a:t>
            </a:r>
            <a:endParaRPr lang="en-US" sz="105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sz="6000" dirty="0">
                <a:solidFill>
                  <a:srgbClr val="4E62DF"/>
                </a:solidFill>
              </a:rPr>
              <a:t>思考</a:t>
            </a:r>
            <a:r>
              <a:rPr lang="zh-CN" sz="6000" dirty="0"/>
              <a:t>与收获</a:t>
            </a:r>
            <a:endParaRPr lang="zh-CN" sz="6000" dirty="0"/>
          </a:p>
        </p:txBody>
      </p:sp>
      <p:sp>
        <p:nvSpPr>
          <p:cNvPr id="24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PART 04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48284" y="280035"/>
            <a:ext cx="2698966" cy="528066"/>
            <a:chOff x="748284" y="280035"/>
            <a:chExt cx="2698966" cy="528066"/>
          </a:xfrm>
        </p:grpSpPr>
        <p:sp>
          <p:nvSpPr>
            <p:cNvPr id="2" name="TextBox 2"/>
            <p:cNvSpPr txBox="1"/>
            <p:nvPr>
              <p:custDataLst>
                <p:tags r:id="rId1"/>
              </p:custDataLst>
            </p:nvPr>
          </p:nvSpPr>
          <p:spPr>
            <a:xfrm>
              <a:off x="748284" y="280035"/>
              <a:ext cx="269896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7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技术与管理收获</a:t>
              </a:r>
              <a:endParaRPr lang="zh-CN" sz="2700" b="1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Rectangle 3"/>
            <p:cNvSpPr/>
            <p:nvPr>
              <p:custDataLst>
                <p:tags r:id="rId2"/>
              </p:custDataLst>
            </p:nvPr>
          </p:nvSpPr>
          <p:spPr>
            <a:xfrm>
              <a:off x="762000" y="742950"/>
              <a:ext cx="5715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53110" y="1091565"/>
            <a:ext cx="5152390" cy="4568190"/>
            <a:chOff x="752856" y="1091565"/>
            <a:chExt cx="5152644" cy="2832735"/>
          </a:xfrm>
        </p:grpSpPr>
        <p:sp>
          <p:nvSpPr>
            <p:cNvPr id="5" name="TextBox 5"/>
            <p:cNvSpPr txBox="1"/>
            <p:nvPr>
              <p:custDataLst>
                <p:tags r:id="rId3"/>
              </p:custDataLst>
            </p:nvPr>
          </p:nvSpPr>
          <p:spPr>
            <a:xfrm>
              <a:off x="752856" y="109156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技术收获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762000" y="1524000"/>
              <a:ext cx="5143500" cy="419100"/>
              <a:chOff x="762000" y="1524000"/>
              <a:chExt cx="5143500" cy="419100"/>
            </a:xfrm>
          </p:grpSpPr>
          <p:sp>
            <p:nvSpPr>
              <p:cNvPr id="6" name="Rectangle 6"/>
              <p:cNvSpPr/>
              <p:nvPr>
                <p:custDataLst>
                  <p:tags r:id="rId4"/>
                </p:custDataLst>
              </p:nvPr>
            </p:nvSpPr>
            <p:spPr>
              <a:xfrm>
                <a:off x="762000" y="1524000"/>
                <a:ext cx="5143500" cy="419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908304" y="1661160"/>
                <a:ext cx="262021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Unity XR 开发体系与 Pico SDK 集成</a:t>
                </a:r>
                <a:endParaRPr lang="zh-CN" sz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762000" y="2019300"/>
              <a:ext cx="5143500" cy="419100"/>
              <a:chOff x="762000" y="2019300"/>
              <a:chExt cx="5143500" cy="419100"/>
            </a:xfrm>
          </p:grpSpPr>
          <p:sp>
            <p:nvSpPr>
              <p:cNvPr id="9" name="Rectangle 9"/>
              <p:cNvSpPr/>
              <p:nvPr>
                <p:custDataLst>
                  <p:tags r:id="rId6"/>
                </p:custDataLst>
              </p:nvPr>
            </p:nvSpPr>
            <p:spPr>
              <a:xfrm>
                <a:off x="762000" y="2019300"/>
                <a:ext cx="5143500" cy="419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908304" y="2156460"/>
                <a:ext cx="29774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Video See-Through 与空间锚点核心技术</a:t>
                </a:r>
                <a:endParaRPr lang="zh-CN" sz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62000" y="2514600"/>
              <a:ext cx="5143500" cy="419100"/>
              <a:chOff x="762000" y="2514600"/>
              <a:chExt cx="5143500" cy="419100"/>
            </a:xfrm>
          </p:grpSpPr>
          <p:sp>
            <p:nvSpPr>
              <p:cNvPr id="12" name="Rectangle 12"/>
              <p:cNvSpPr/>
              <p:nvPr>
                <p:custDataLst>
                  <p:tags r:id="rId8"/>
                </p:custDataLst>
              </p:nvPr>
            </p:nvSpPr>
            <p:spPr>
              <a:xfrm>
                <a:off x="762000" y="2514600"/>
                <a:ext cx="5143500" cy="419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908304" y="2651760"/>
                <a:ext cx="269919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UDP / WebSocket 实时网络通信实战</a:t>
                </a:r>
                <a:endParaRPr lang="zh-CN" sz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762000" y="3009900"/>
              <a:ext cx="5143500" cy="419100"/>
              <a:chOff x="762000" y="3009900"/>
              <a:chExt cx="5143500" cy="419100"/>
            </a:xfrm>
          </p:grpSpPr>
          <p:sp>
            <p:nvSpPr>
              <p:cNvPr id="15" name="Rectangle 15"/>
              <p:cNvSpPr/>
              <p:nvPr>
                <p:custDataLst>
                  <p:tags r:id="rId10"/>
                </p:custDataLst>
              </p:nvPr>
            </p:nvSpPr>
            <p:spPr>
              <a:xfrm>
                <a:off x="762000" y="3009900"/>
                <a:ext cx="5143500" cy="419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908304" y="3147060"/>
                <a:ext cx="236265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客户端-服务端协议设计最佳实践</a:t>
                </a:r>
                <a:endParaRPr lang="zh-CN" sz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762000" y="3505200"/>
              <a:ext cx="5143500" cy="419100"/>
              <a:chOff x="762000" y="3505200"/>
              <a:chExt cx="5143500" cy="419100"/>
            </a:xfrm>
          </p:grpSpPr>
          <p:sp>
            <p:nvSpPr>
              <p:cNvPr id="18" name="Rectangle 18"/>
              <p:cNvSpPr/>
              <p:nvPr>
                <p:custDataLst>
                  <p:tags r:id="rId12"/>
                </p:custDataLst>
              </p:nvPr>
            </p:nvSpPr>
            <p:spPr>
              <a:xfrm>
                <a:off x="762000" y="3505200"/>
                <a:ext cx="5143500" cy="419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908304" y="3642360"/>
                <a:ext cx="255228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Addressables 资源管理与构建流程</a:t>
                </a:r>
                <a:endParaRPr lang="zh-CN" sz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6277610" y="1091565"/>
            <a:ext cx="5152390" cy="3769360"/>
            <a:chOff x="6277356" y="1091565"/>
            <a:chExt cx="5152644" cy="3385185"/>
          </a:xfrm>
        </p:grpSpPr>
        <p:sp>
          <p:nvSpPr>
            <p:cNvPr id="22" name="TextBox 22"/>
            <p:cNvSpPr txBox="1"/>
            <p:nvPr>
              <p:custDataLst>
                <p:tags r:id="rId14"/>
              </p:custDataLst>
            </p:nvPr>
          </p:nvSpPr>
          <p:spPr>
            <a:xfrm>
              <a:off x="6277356" y="10915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+mn-ea"/>
                  <a:cs typeface="+mn-cs"/>
                </a:rPr>
                <a:t>项目管理收获</a:t>
              </a:r>
              <a:endParaRPr lang="zh-CN" sz="18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6286500" y="1524000"/>
              <a:ext cx="5143500" cy="857250"/>
              <a:chOff x="6286500" y="1524000"/>
              <a:chExt cx="5143500" cy="857250"/>
            </a:xfrm>
          </p:grpSpPr>
          <p:sp>
            <p:nvSpPr>
              <p:cNvPr id="23" name="Rectangle 23"/>
              <p:cNvSpPr/>
              <p:nvPr>
                <p:custDataLst>
                  <p:tags r:id="rId15"/>
                </p:custDataLst>
              </p:nvPr>
            </p:nvSpPr>
            <p:spPr>
              <a:xfrm>
                <a:off x="6286500" y="1524000"/>
                <a:ext cx="5143500" cy="8572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6432042" y="1644968"/>
                <a:ext cx="209405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50" b="1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Git 版本控制与团队协作</a:t>
                </a:r>
                <a:endParaRPr lang="zh-CN" sz="135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6433185" y="1916906"/>
                <a:ext cx="292925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12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多人分支管理、PR Review 流程、冲突解决</a:t>
                </a:r>
                <a:endParaRPr lang="zh-CN" sz="112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286500" y="2571750"/>
              <a:ext cx="5143500" cy="857250"/>
              <a:chOff x="6286500" y="2571750"/>
              <a:chExt cx="5143500" cy="857250"/>
            </a:xfrm>
          </p:grpSpPr>
          <p:sp>
            <p:nvSpPr>
              <p:cNvPr id="27" name="Rectangle 27"/>
              <p:cNvSpPr/>
              <p:nvPr>
                <p:custDataLst>
                  <p:tags r:id="rId18"/>
                </p:custDataLst>
              </p:nvPr>
            </p:nvSpPr>
            <p:spPr>
              <a:xfrm>
                <a:off x="6286500" y="2571750"/>
                <a:ext cx="5143500" cy="8572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6432042" y="2692718"/>
                <a:ext cx="13494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50" b="1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模块化架构设计</a:t>
                </a:r>
                <a:endParaRPr lang="zh-CN" sz="135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6433185" y="2964656"/>
                <a:ext cx="299847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12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网络层、逻辑层、UI 层、MR 层的分层解耦</a:t>
                </a:r>
                <a:endParaRPr lang="zh-CN" sz="112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6286500" y="3619500"/>
              <a:ext cx="5143500" cy="857250"/>
              <a:chOff x="6286500" y="3619500"/>
              <a:chExt cx="5143500" cy="857250"/>
            </a:xfrm>
          </p:grpSpPr>
          <p:sp>
            <p:nvSpPr>
              <p:cNvPr id="31" name="Rectangle 31"/>
              <p:cNvSpPr/>
              <p:nvPr>
                <p:custDataLst>
                  <p:tags r:id="rId21"/>
                </p:custDataLst>
              </p:nvPr>
            </p:nvSpPr>
            <p:spPr>
              <a:xfrm>
                <a:off x="6286500" y="3619500"/>
                <a:ext cx="5143500" cy="8572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6432042" y="3740468"/>
                <a:ext cx="11586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350" b="1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代码保护策略</a:t>
                </a:r>
                <a:endParaRPr lang="zh-CN" sz="135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6433185" y="4012406"/>
                <a:ext cx="415345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/>
                <a:r>
                  <a:rPr lang="zh-CN" sz="112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与后端协议强绑定的关键文件集中管理，DO NOT EDIT 清单</a:t>
                </a:r>
                <a:endParaRPr lang="zh-CN" sz="112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36" name="TextBox 36"/>
          <p:cNvSpPr txBox="1"/>
          <p:nvPr>
            <p:custDataLst>
              <p:tags r:id="rId24"/>
            </p:custDataLst>
          </p:nvPr>
        </p:nvSpPr>
        <p:spPr>
          <a:xfrm>
            <a:off x="11477244" y="6506528"/>
            <a:ext cx="148590" cy="1612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en-US" sz="105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16</a:t>
            </a:r>
            <a:endParaRPr lang="en-US" sz="105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custDataLst>
      <p:tags r:id="rId25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副标题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/>
        <p:txBody>
          <a:bodyPr/>
          <a:lstStyle/>
          <a:p>
            <a:pPr marL="0" lvl="0" indent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zh-CN" sz="2800" dirty="0"/>
              <a:t>MR Flag Battle — </a:t>
            </a:r>
            <a:r>
              <a:rPr lang="en-US" altLang="zh-CN" sz="2800" dirty="0"/>
              <a:t>MR</a:t>
            </a:r>
            <a:r>
              <a:rPr lang="zh-CN" sz="2800" dirty="0"/>
              <a:t>夺旗大战</a:t>
            </a:r>
            <a:endParaRPr lang="zh-CN" sz="2800" dirty="0"/>
          </a:p>
        </p:txBody>
      </p:sp>
      <p:sp>
        <p:nvSpPr>
          <p:cNvPr id="19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 flipH="1">
            <a:off x="5554345" y="4446270"/>
            <a:ext cx="5036820" cy="575945"/>
          </a:xfrm>
        </p:spPr>
        <p:txBody>
          <a:bodyPr/>
          <a:lstStyle/>
          <a:p>
            <a:pPr algn="l"/>
            <a:r>
              <a:rPr lang="en-US" altLang="zh-CN"/>
              <a:t>汇报人：WPS</a:t>
            </a:r>
            <a:endParaRPr lang="en-US" altLang="zh-CN"/>
          </a:p>
        </p:txBody>
      </p:sp>
      <p:sp>
        <p:nvSpPr>
          <p:cNvPr id="20" name="标题 19"/>
          <p:cNvSpPr/>
          <p:nvPr>
            <p:ph type="ctrTitle"/>
            <p:custDataLst>
              <p:tags r:id="rId3"/>
            </p:custDataLst>
          </p:nvPr>
        </p:nvSpPr>
        <p:spPr>
          <a:xfrm>
            <a:off x="4594235" y="2602620"/>
            <a:ext cx="5997600" cy="1548000"/>
          </a:xfrm>
        </p:spPr>
        <p:txBody>
          <a:bodyPr/>
          <a:p>
            <a:r>
              <a:rPr altLang="en-US">
                <a:solidFill>
                  <a:srgbClr val="4E62DF"/>
                </a:solidFill>
                <a:sym typeface="+mn-ea"/>
              </a:rPr>
              <a:t>谢谢观看</a:t>
            </a:r>
            <a:endParaRPr lang="zh-CN" altLang="en-US">
              <a:solidFill>
                <a:srgbClr val="4E62DF"/>
              </a:solidFill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</p:tagLst>
</file>

<file path=ppt/tags/tag1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9"/>
</p:tagLst>
</file>

<file path=ppt/tags/tag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2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2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48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4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53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54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55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5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6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7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7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7"/>
</p:tagLst>
</file>

<file path=ppt/tags/tag8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2"/>
</p:tagLst>
</file>

<file path=ppt/tags/tag8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22"/>
</p:tagLst>
</file>

<file path=ppt/tags/tag9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0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8617"/>
</p:tagLst>
</file>

<file path=ppt/tags/tag10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20238617"/>
</p:tagLst>
</file>

<file path=ppt/tags/tag10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617"/>
  <p:tag name="KSO_WM_TEMPLATE_CATEGORY" val="custom"/>
  <p:tag name="KSO_WM_TEMPLATE_MASTER_TYPE" val="0"/>
</p:tagLst>
</file>

<file path=ppt/tags/tag10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17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ISCONTENTSTITLE" val="0"/>
  <p:tag name="KSO_WM_UNIT_VALUE" val="10"/>
  <p:tag name="KSO_WM_UNIT_PRESET_TEXT" val="单击此处添加文档标题"/>
  <p:tag name="KSO_WM_UNIT_TEXT_TYPE" val="1"/>
</p:tagLst>
</file>

<file path=ppt/tags/tag10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8617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ISCONTENTSTITLE" val="0"/>
  <p:tag name="KSO_WM_UNIT_VALUE" val="19"/>
  <p:tag name="KSO_WM_UNIT_PRESET_TEXT" val="WPS,a click to unlimited possibilities"/>
  <p:tag name="KSO_WM_UNIT_TEXT_TYPE" val="1"/>
</p:tagLst>
</file>

<file path=ppt/tags/tag107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617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TEXT_LAYER_COUNT" val="1"/>
  <p:tag name="KSO_WM_UNIT_VALUE" val="22"/>
  <p:tag name="KSO_WM_UNIT_PRESET_TEXT_INDEX" val="-1"/>
  <p:tag name="KSO_WM_UNIT_PRESET_TEXT_LEN" val="0"/>
</p:tagLst>
</file>

<file path=ppt/tags/tag108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8617"/>
  <p:tag name="KSO_WM_TEMPLATE_CATEGORY" val="custom"/>
  <p:tag name="KSO_WM_SLIDE_INDEX" val="1"/>
  <p:tag name="KSO_WM_SLIDE_ID" val="custom20238617_1"/>
  <p:tag name="KSO_WM_TEMPLATE_MASTER_TYPE" val="0"/>
  <p:tag name="KSO_WM_SLIDE_LAYOUT" val="a_b_f"/>
  <p:tag name="KSO_WM_SLIDE_LAYOUT_CNT" val="1_1_1"/>
  <p:tag name="KSO_WM_SLIDE_THEME_ID" val="3402577"/>
  <p:tag name="KSO_WM_SLIDE_THEME_NAME" val="简约风通用箭头职场办公"/>
</p:tagLst>
</file>

<file path=ppt/tags/tag109.xml><?xml version="1.0" encoding="utf-8"?>
<p:tagLst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7_4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7"/>
  <p:tag name="KSO_WM_TEMPLATE_CATEGORY" val="custom"/>
  <p:tag name="KSO_WM_DIAGRAM_MAX_ITEMCNT" val="6"/>
  <p:tag name="KSO_WM_DIAGRAM_MIN_ITEMCNT" val="2"/>
  <p:tag name="KSO_WM_DIAGRAM_VIRTUALLY_FRAME" val="{&quot;height&quot;:297.720458984375,&quot;left&quot;:94.62985229492188,&quot;top&quot;:190.3647705078125,&quot;width&quot;:783.4902954101562}"/>
  <p:tag name="KSO_WM_DIAGRAM_COLOR_MATCH_VALUE" val="{&quot;shape&quot;:{&quot;fill&quot;:{&quot;gradient&quot;:[{&quot;brightness&quot;:0.3499999940395355,&quot;colorType&quot;:1,&quot;foreColorIndex&quot;:5,&quot;pos&quot;:0,&quot;transparency&quot;:0},{&quot;brightness&quot;:0,&quot;colorType&quot;:1,&quot;foreColorIndex&quot;:5,&quot;pos&quot;:0.80000001192092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0.xml><?xml version="1.0" encoding="utf-8"?>
<p:tagLst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7_4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7"/>
  <p:tag name="KSO_WM_TEMPLATE_CATEGORY" val="custom"/>
  <p:tag name="KSO_WM_UNIT_SUBTYPE" val="a"/>
  <p:tag name="KSO_WM_UNIT_TEXT_LAYER_COUNT" val="1"/>
  <p:tag name="KSO_WM_UNIT_PRESET_TEXT" val="单击此处添加&#10;目录项标题内容"/>
  <p:tag name="KSO_WM_UNIT_TEXT_TYPE" val="1"/>
  <p:tag name="KSO_WM_DIAGRAM_MAX_ITEMCNT" val="6"/>
  <p:tag name="KSO_WM_DIAGRAM_MIN_ITEMCNT" val="2"/>
  <p:tag name="KSO_WM_DIAGRAM_VIRTUALLY_FRAME" val="{&quot;height&quot;:297.720458984375,&quot;left&quot;:94.62985229492188,&quot;top&quot;:190.3647705078125,&quot;width&quot;:783.4902954101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DIAGRAM_GROUP_CODE" val="l1-1"/>
  <p:tag name="KSO_WM_DIAGRAM_COLOR_TRICK" val="1"/>
  <p:tag name="KSO_WM_DIAGRAM_COLOR_TEXT_CAN_REMOVE" val="n"/>
  <p:tag name="KSO_WM_UNIT_ID" val="custom20238617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</p:tagLst>
</file>

<file path=ppt/tags/tag112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7_4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7"/>
  <p:tag name="KSO_WM_TEMPLATE_CATEGORY" val="custom"/>
  <p:tag name="KSO_WM_DIAGRAM_MAX_ITEMCNT" val="6"/>
  <p:tag name="KSO_WM_DIAGRAM_MIN_ITEMCNT" val="2"/>
  <p:tag name="KSO_WM_DIAGRAM_VIRTUALLY_FRAME" val="{&quot;height&quot;:297.720458984375,&quot;left&quot;:94.62985229492188,&quot;top&quot;:190.3647705078125,&quot;width&quot;:783.4902954101562}"/>
  <p:tag name="KSO_WM_DIAGRAM_COLOR_MATCH_VALUE" val="{&quot;shape&quot;:{&quot;fill&quot;:{&quot;gradient&quot;:[{&quot;brightness&quot;:0.3499999940395355,&quot;colorType&quot;:1,&quot;foreColorIndex&quot;:5,&quot;pos&quot;:0,&quot;transparency&quot;:0},{&quot;brightness&quot;:0,&quot;colorType&quot;:1,&quot;foreColorIndex&quot;:5,&quot;pos&quot;:0.80000001192092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3.xml><?xml version="1.0" encoding="utf-8"?>
<p:tagLst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7_4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7"/>
  <p:tag name="KSO_WM_TEMPLATE_CATEGORY" val="custom"/>
  <p:tag name="KSO_WM_UNIT_SUBTYPE" val="a"/>
  <p:tag name="KSO_WM_UNIT_TEXT_LAYER_COUNT" val="1"/>
  <p:tag name="KSO_WM_UNIT_PRESET_TEXT" val="单击此处添加&#10;目录项标题内容"/>
  <p:tag name="KSO_WM_UNIT_TEXT_TYPE" val="1"/>
  <p:tag name="KSO_WM_DIAGRAM_MAX_ITEMCNT" val="6"/>
  <p:tag name="KSO_WM_DIAGRAM_MIN_ITEMCNT" val="2"/>
  <p:tag name="KSO_WM_DIAGRAM_VIRTUALLY_FRAME" val="{&quot;height&quot;:297.720458984375,&quot;left&quot;:94.62985229492188,&quot;top&quot;:190.3647705078125,&quot;width&quot;:783.4902954101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4.xml><?xml version="1.0" encoding="utf-8"?>
<p:tagLst xmlns:p="http://schemas.openxmlformats.org/presentationml/2006/main">
  <p:tag name="KSO_WM_UNIT_TYPE" val="l_h_i"/>
  <p:tag name="KSO_WM_UNIT_SUBTYPE" val="d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7_4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7"/>
  <p:tag name="KSO_WM_TEMPLATE_CATEGORY" val="custom"/>
  <p:tag name="KSO_WM_DIAGRAM_MAX_ITEMCNT" val="6"/>
  <p:tag name="KSO_WM_DIAGRAM_MIN_ITEMCNT" val="2"/>
  <p:tag name="KSO_WM_DIAGRAM_VIRTUALLY_FRAME" val="{&quot;height&quot;:297.720458984375,&quot;left&quot;:94.62985229492188,&quot;top&quot;:190.3647705078125,&quot;width&quot;:783.4902954101562}"/>
  <p:tag name="KSO_WM_DIAGRAM_COLOR_MATCH_VALUE" val="{&quot;shape&quot;:{&quot;fill&quot;:{&quot;gradient&quot;:[{&quot;brightness&quot;:0.3499999940395355,&quot;colorType&quot;:1,&quot;foreColorIndex&quot;:5,&quot;pos&quot;:0,&quot;transparency&quot;:0},{&quot;brightness&quot;:0,&quot;colorType&quot;:1,&quot;foreColorIndex&quot;:5,&quot;pos&quot;:0.80000001192092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5.xml><?xml version="1.0" encoding="utf-8"?>
<p:tagLst xmlns:p="http://schemas.openxmlformats.org/presentationml/2006/main">
  <p:tag name="KSO_WM_UNIT_TYPE" val="l_h_f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7_4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7"/>
  <p:tag name="KSO_WM_TEMPLATE_CATEGORY" val="custom"/>
  <p:tag name="KSO_WM_UNIT_SUBTYPE" val="a"/>
  <p:tag name="KSO_WM_UNIT_TEXT_LAYER_COUNT" val="1"/>
  <p:tag name="KSO_WM_UNIT_PRESET_TEXT" val="单击此处添加&#10;目录项标题内容"/>
  <p:tag name="KSO_WM_UNIT_TEXT_TYPE" val="1"/>
  <p:tag name="KSO_WM_DIAGRAM_MAX_ITEMCNT" val="6"/>
  <p:tag name="KSO_WM_DIAGRAM_MIN_ITEMCNT" val="2"/>
  <p:tag name="KSO_WM_DIAGRAM_VIRTUALLY_FRAME" val="{&quot;height&quot;:297.720458984375,&quot;left&quot;:94.62985229492188,&quot;top&quot;:190.3647705078125,&quot;width&quot;:783.4902954101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6.xml><?xml version="1.0" encoding="utf-8"?>
<p:tagLst xmlns:p="http://schemas.openxmlformats.org/presentationml/2006/main">
  <p:tag name="KSO_WM_UNIT_TYPE" val="l_h_i"/>
  <p:tag name="KSO_WM_UNIT_SUBTYPE" val="d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7_4*l_h_i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7"/>
  <p:tag name="KSO_WM_TEMPLATE_CATEGORY" val="custom"/>
  <p:tag name="KSO_WM_DIAGRAM_MAX_ITEMCNT" val="6"/>
  <p:tag name="KSO_WM_DIAGRAM_MIN_ITEMCNT" val="2"/>
  <p:tag name="KSO_WM_DIAGRAM_VIRTUALLY_FRAME" val="{&quot;height&quot;:297.720458984375,&quot;left&quot;:94.62985229492188,&quot;top&quot;:190.3647705078125,&quot;width&quot;:783.4902954101562}"/>
  <p:tag name="KSO_WM_DIAGRAM_COLOR_MATCH_VALUE" val="{&quot;shape&quot;:{&quot;fill&quot;:{&quot;gradient&quot;:[{&quot;brightness&quot;:0.3499999940395355,&quot;colorType&quot;:1,&quot;foreColorIndex&quot;:5,&quot;pos&quot;:0,&quot;transparency&quot;:0},{&quot;brightness&quot;:0,&quot;colorType&quot;:1,&quot;foreColorIndex&quot;:5,&quot;pos&quot;:0.80000001192092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7.xml><?xml version="1.0" encoding="utf-8"?>
<p:tagLst xmlns:p="http://schemas.openxmlformats.org/presentationml/2006/main">
  <p:tag name="KSO_WM_UNIT_TYPE" val="l_h_f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7_4*l_h_f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7"/>
  <p:tag name="KSO_WM_TEMPLATE_CATEGORY" val="custom"/>
  <p:tag name="KSO_WM_UNIT_SUBTYPE" val="a"/>
  <p:tag name="KSO_WM_UNIT_TEXT_LAYER_COUNT" val="1"/>
  <p:tag name="KSO_WM_UNIT_PRESET_TEXT" val="单击此处添加&#10;目录项标题内容"/>
  <p:tag name="KSO_WM_UNIT_TEXT_TYPE" val="1"/>
  <p:tag name="KSO_WM_DIAGRAM_MAX_ITEMCNT" val="6"/>
  <p:tag name="KSO_WM_DIAGRAM_MIN_ITEMCNT" val="2"/>
  <p:tag name="KSO_WM_DIAGRAM_VIRTUALLY_FRAME" val="{&quot;height&quot;:297.720458984375,&quot;left&quot;:94.62985229492188,&quot;top&quot;:190.3647705078125,&quot;width&quot;:783.4902954101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8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4"/>
  <p:tag name="KSO_WM_DIAGRAM_GROUP_CODE" val="l1-1"/>
  <p:tag name="KSO_WM_BEAUTIFY_FLAG" val="#wm#"/>
  <p:tag name="KSO_WM_TEMPLATE_INDEX" val="20238617"/>
  <p:tag name="KSO_WM_TEMPLATE_CATEGORY" val="custom"/>
  <p:tag name="KSO_WM_SLIDE_INDEX" val="4"/>
  <p:tag name="KSO_WM_SLIDE_ID" val="custom20238617_4"/>
  <p:tag name="KSO_WM_TEMPLATE_MASTER_TYPE" val="0"/>
  <p:tag name="KSO_WM_SLIDE_LAYOUT" val="a_l"/>
  <p:tag name="KSO_WM_SLIDE_LAYOUT_CNT" val="1_1"/>
  <p:tag name="KSO_WM_SLIDE_DIAGTYPE" val="l"/>
  <p:tag name="KSO_WM_SLIDE_THEME_ID" val="3402577"/>
  <p:tag name="KSO_WM_SLIDE_THEME_NAME" val="简约风通用箭头职场办公"/>
</p:tagLst>
</file>

<file path=ppt/tags/tag119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17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VALUE" val="6"/>
  <p:tag name="KSO_WM_UNIT_PRESET_TEXT_INDEX" val="-1"/>
  <p:tag name="KSO_WM_UNIT_PRESET_TEXT_LEN" val="0"/>
</p:tagLst>
</file>

<file path=ppt/tags/tag12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17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ISCONTENTSTITLE" val="0"/>
  <p:tag name="KSO_WM_UNIT_PRESET_TEXT" val="添加章节标题"/>
  <p:tag name="KSO_WM_UNIT_TEXT_TYPE" val="1"/>
</p:tagLst>
</file>

<file path=ppt/tags/tag121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17"/>
  <p:tag name="KSO_WM_TEMPLATE_CATEGORY" val="custom"/>
  <p:tag name="KSO_WM_SLIDE_INDEX" val="7"/>
  <p:tag name="KSO_WM_SLIDE_ID" val="custom20238617_7"/>
  <p:tag name="KSO_WM_TEMPLATE_MASTER_TYPE" val="0"/>
  <p:tag name="KSO_WM_SLIDE_LAYOUT" val="a_e"/>
  <p:tag name="KSO_WM_SLIDE_LAYOUT_CNT" val="1_1"/>
  <p:tag name="KSO_WM_SLIDE_THEME_ID" val="3402577"/>
  <p:tag name="KSO_WM_SLIDE_THEME_NAME" val="简约风通用箭头职场办公"/>
</p:tagLst>
</file>

<file path=ppt/tags/tag122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23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124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25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2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27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128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29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130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31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132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133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134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135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136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137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138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139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140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141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142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143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17"/>
  <p:tag name="KSO_WM_TEMPLATE_CATEGORY" val="custom"/>
  <p:tag name="KSO_WM_SLIDE_INDEX" val="8"/>
  <p:tag name="KSO_WM_SLIDE_ID" val="custom2023861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44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45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146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47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48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149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50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51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152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53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154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155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156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57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158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159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160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61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162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163.xml><?xml version="1.0" encoding="utf-8"?>
<p:tagLst xmlns:p="http://schemas.openxmlformats.org/presentationml/2006/main">
  <p:tag name="KSO_WM_UNIT_INDEX" val="22"/>
  <p:tag name="KSO_WM_UNIT_TYPE" val="i"/>
  <p:tag name="KSO_WM_BEAUTIFY_FLAG" val="#wm#"/>
</p:tagLst>
</file>

<file path=ppt/tags/tag164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165.xml><?xml version="1.0" encoding="utf-8"?>
<p:tagLst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166.xml><?xml version="1.0" encoding="utf-8"?>
<p:tagLst xmlns:p="http://schemas.openxmlformats.org/presentationml/2006/main">
  <p:tag name="KSO_WM_UNIT_INDEX" val="27"/>
  <p:tag name="KSO_WM_UNIT_TYPE" val="f"/>
  <p:tag name="KSO_WM_UNIT_SUBTYPE" val="a"/>
  <p:tag name="KSO_WM_BEAUTIFY_FLAG" val="#wm#"/>
</p:tagLst>
</file>

<file path=ppt/tags/tag167.xml><?xml version="1.0" encoding="utf-8"?>
<p:tagLst xmlns:p="http://schemas.openxmlformats.org/presentationml/2006/main">
  <p:tag name="KSO_WM_UNIT_INDEX" val="28"/>
  <p:tag name="KSO_WM_UNIT_TYPE" val="i"/>
  <p:tag name="KSO_WM_BEAUTIFY_FLAG" val="#wm#"/>
</p:tagLst>
</file>

<file path=ppt/tags/tag16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17"/>
  <p:tag name="KSO_WM_TEMPLATE_CATEGORY" val="custom"/>
  <p:tag name="KSO_WM_SLIDE_INDEX" val="8"/>
  <p:tag name="KSO_WM_SLIDE_ID" val="custom2023861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69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70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171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72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173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74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175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76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177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178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179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180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81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182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83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184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85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186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187.xml><?xml version="1.0" encoding="utf-8"?>
<p:tagLst xmlns:p="http://schemas.openxmlformats.org/presentationml/2006/main">
  <p:tag name="KSO_WM_UNIT_INDEX" val="18"/>
  <p:tag name="KSO_WM_UNIT_TYPE" val="i"/>
  <p:tag name="KSO_WM_BEAUTIFY_FLAG" val="#wm#"/>
</p:tagLst>
</file>

<file path=ppt/tags/tag188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189.xml><?xml version="1.0" encoding="utf-8"?>
<p:tagLst xmlns:p="http://schemas.openxmlformats.org/presentationml/2006/main">
  <p:tag name="KSO_WM_UNIT_INDEX" val="21"/>
  <p:tag name="KSO_WM_UNIT_TYPE" val="i"/>
  <p:tag name="KSO_WM_BEAUTIFY_FLAG" val="#wm#"/>
</p:tagLst>
</file>

<file path=ppt/tags/tag190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191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19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17"/>
  <p:tag name="KSO_WM_TEMPLATE_CATEGORY" val="custom"/>
  <p:tag name="KSO_WM_SLIDE_INDEX" val="8"/>
  <p:tag name="KSO_WM_SLIDE_ID" val="custom2023861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9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17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ISCONTENTSTITLE" val="0"/>
  <p:tag name="KSO_WM_UNIT_PRESET_TEXT" val="添加章节标题"/>
  <p:tag name="KSO_WM_UNIT_TEXT_TYPE" val="1"/>
</p:tagLst>
</file>

<file path=ppt/tags/tag194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17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VALUE" val="6"/>
  <p:tag name="KSO_WM_UNIT_PRESET_TEXT_INDEX" val="-1"/>
  <p:tag name="KSO_WM_UNIT_PRESET_TEXT_LEN" val="0"/>
</p:tagLst>
</file>

<file path=ppt/tags/tag195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17"/>
  <p:tag name="KSO_WM_TEMPLATE_CATEGORY" val="custom"/>
  <p:tag name="KSO_WM_SLIDE_INDEX" val="7"/>
  <p:tag name="KSO_WM_SLIDE_ID" val="custom20238617_7"/>
  <p:tag name="KSO_WM_TEMPLATE_MASTER_TYPE" val="0"/>
  <p:tag name="KSO_WM_SLIDE_LAYOUT" val="a_e"/>
  <p:tag name="KSO_WM_SLIDE_LAYOUT_CNT" val="1_1"/>
  <p:tag name="KSO_WM_SLIDE_THEME_ID" val="3402577"/>
  <p:tag name="KSO_WM_SLIDE_THEME_NAME" val="简约风通用箭头职场办公"/>
</p:tagLst>
</file>

<file path=ppt/tags/tag196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97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198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99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200.xml><?xml version="1.0" encoding="utf-8"?>
<p:tagLst xmlns:p="http://schemas.openxmlformats.org/presentationml/2006/main">
  <p:tag name="KSO_WM_UNIT_INDEX" val="5"/>
  <p:tag name="KSO_WM_UNIT_TYPE" val="i"/>
  <p:tag name="KSO_WM_UNIT_SUBTYPE" val="h"/>
  <p:tag name="KSO_WM_BEAUTIFY_FLAG" val="#wm#"/>
</p:tagLst>
</file>

<file path=ppt/tags/tag201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202.xml><?xml version="1.0" encoding="utf-8"?>
<p:tagLst xmlns:p="http://schemas.openxmlformats.org/presentationml/2006/main">
  <p:tag name="KSO_WM_UNIT_INDEX" val="23"/>
  <p:tag name="KSO_WM_UNIT_TYPE" val="f"/>
  <p:tag name="KSO_WM_UNIT_SUBTYPE" val="a"/>
  <p:tag name="KSO_WM_BEAUTIFY_FLAG" val="#wm#"/>
</p:tagLst>
</file>

<file path=ppt/tags/tag203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204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205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206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207.xml><?xml version="1.0" encoding="utf-8"?>
<p:tagLst xmlns:p="http://schemas.openxmlformats.org/presentationml/2006/main">
  <p:tag name="KSO_WM_UNIT_INDEX" val="24"/>
  <p:tag name="KSO_WM_UNIT_TYPE" val="f"/>
  <p:tag name="KSO_WM_UNIT_SUBTYPE" val="a"/>
  <p:tag name="KSO_WM_BEAUTIFY_FLAG" val="#wm#"/>
</p:tagLst>
</file>

<file path=ppt/tags/tag208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209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210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211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212.xml><?xml version="1.0" encoding="utf-8"?>
<p:tagLst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213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214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215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216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217.xml><?xml version="1.0" encoding="utf-8"?>
<p:tagLst xmlns:p="http://schemas.openxmlformats.org/presentationml/2006/main">
  <p:tag name="KSO_WM_UNIT_INDEX" val="26"/>
  <p:tag name="KSO_WM_UNIT_TYPE" val="f"/>
  <p:tag name="KSO_WM_UNIT_SUBTYPE" val="a"/>
  <p:tag name="KSO_WM_BEAUTIFY_FLAG" val="#wm#"/>
</p:tagLst>
</file>

<file path=ppt/tags/tag218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219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220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221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222.xml><?xml version="1.0" encoding="utf-8"?>
<p:tagLst xmlns:p="http://schemas.openxmlformats.org/presentationml/2006/main">
  <p:tag name="KSO_WM_UNIT_INDEX" val="27"/>
  <p:tag name="KSO_WM_UNIT_TYPE" val="f"/>
  <p:tag name="KSO_WM_UNIT_SUBTYPE" val="a"/>
  <p:tag name="KSO_WM_BEAUTIFY_FLAG" val="#wm#"/>
</p:tagLst>
</file>

<file path=ppt/tags/tag223.xml><?xml version="1.0" encoding="utf-8"?>
<p:tagLst xmlns:p="http://schemas.openxmlformats.org/presentationml/2006/main">
  <p:tag name="KSO_WM_UNIT_INDEX" val="49"/>
  <p:tag name="KSO_WM_UNIT_TYPE" val="i"/>
  <p:tag name="KSO_WM_BEAUTIFY_FLAG" val="#wm#"/>
</p:tagLst>
</file>

<file path=ppt/tags/tag224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17"/>
  <p:tag name="KSO_WM_TEMPLATE_CATEGORY" val="custom"/>
  <p:tag name="KSO_WM_SLIDE_INDEX" val="8"/>
  <p:tag name="KSO_WM_SLIDE_ID" val="custom2023861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NDEX" val="1_2_1_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834645674,&quot;left&quot;:42.078260142409,&quot;top&quot;:122.63094488188976,&quot;width&quot;:863.121826171875}"/>
  <p:tag name="KSO_WM_UNIT_ISCONTENTSTITLE" val="0"/>
  <p:tag name="KSO_WM_UNIT_ISNUMDGMTITLE" val="0"/>
  <p:tag name="KSO_WM_UNIT_NOCLEAR" val="0"/>
  <p:tag name="KSO_WM_UNIT_TYPE" val="n_h_h_a"/>
  <p:tag name="KSO_WM_UNIT_ID" val="diagram20233163_1*n_h_h_a*1_2_1_1"/>
  <p:tag name="KSO_WM_UNIT_VALUE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226.xml><?xml version="1.0" encoding="utf-8"?>
<p:tagLst xmlns:p="http://schemas.openxmlformats.org/presentationml/2006/main">
  <p:tag name="KSO_WM_UNIT_TEXT_FILL_FORE_SCHEMECOLOR_INDEX_BRIGHTNESS" val="0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233163_1*n_h_h_f*1_2_1_1"/>
  <p:tag name="KSO_WM_TEMPLATE_CATEGORY" val="diagram"/>
  <p:tag name="KSO_WM_TEMPLATE_INDEX" val="20233163"/>
  <p:tag name="KSO_WM_UNIT_LAYERLEVEL" val="1_1_1_1"/>
  <p:tag name="KSO_WM_TAG_VERSION" val="3.0"/>
  <p:tag name="KSO_WM_BEAUTIFY_FLAG" val="#wm#"/>
  <p:tag name="KSO_WM_UNIT_VALUE" val="36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834645674,&quot;left&quot;:42.078260142409,&quot;top&quot;:122.63094488188976,&quot;width&quot;:863.121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文本具体内容，简明扼要地阐述观点。可酌情增减文字，以便观者准确地理解您传达的思想。添加文本具体内容，简明扼要地阐述观点。"/>
  <p:tag name="KSO_WM_UNIT_TEXT_FILL_FORE_SCHEMECOLOR_INDEX" val="1"/>
  <p:tag name="KSO_WM_UNIT_TEXT_FILL_TYPE" val="1"/>
  <p:tag name="KSO_WM_UNIT_USESOURCEFORMAT_APPLY" val="0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834645674,&quot;left&quot;:42.078260142409,&quot;top&quot;:122.63094488188976,&quot;width&quot;:863.121826171875}"/>
  <p:tag name="KSO_WM_UNIT_ISCONTENTSTITLE" val="0"/>
  <p:tag name="KSO_WM_UNIT_ISNUMDGMTITLE" val="0"/>
  <p:tag name="KSO_WM_UNIT_NOCLEAR" val="0"/>
  <p:tag name="KSO_WM_UNIT_TYPE" val="n_h_h_a"/>
  <p:tag name="KSO_WM_UNIT_INDEX" val="1_2_2_1"/>
  <p:tag name="KSO_WM_UNIT_ID" val="diagram20233163_1*n_h_h_a*1_2_2_1"/>
  <p:tag name="KSO_WM_UNIT_VALUE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228.xml><?xml version="1.0" encoding="utf-8"?>
<p:tagLst xmlns:p="http://schemas.openxmlformats.org/presentationml/2006/main">
  <p:tag name="KSO_WM_UNIT_TEXT_FILL_FORE_SCHEMECOLOR_INDEX_BRIGHTNESS" val="0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233163_1*n_h_h_f*1_2_2_1"/>
  <p:tag name="KSO_WM_TEMPLATE_CATEGORY" val="diagram"/>
  <p:tag name="KSO_WM_TEMPLATE_INDEX" val="20233163"/>
  <p:tag name="KSO_WM_UNIT_LAYERLEVEL" val="1_1_1_1"/>
  <p:tag name="KSO_WM_TAG_VERSION" val="3.0"/>
  <p:tag name="KSO_WM_UNIT_VALUE" val="51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834645674,&quot;left&quot;:42.078260142409,&quot;top&quot;:122.63094488188976,&quot;width&quot;:863.121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文本具体内容，简明扼要地阐述观点。可酌情增减文字，以便观者准确地理解您传达的思想。添加文本具体内容，简明扼要地阐述观点。"/>
  <p:tag name="KSO_WM_UNIT_TEXT_FILL_FORE_SCHEMECOLOR_INDEX" val="1"/>
  <p:tag name="KSO_WM_UNIT_TEXT_FILL_TYPE" val="1"/>
  <p:tag name="KSO_WM_UNIT_USESOURCEFORMAT_APPLY" val="0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834645674,&quot;left&quot;:42.078260142409,&quot;top&quot;:122.63094488188976,&quot;width&quot;:863.121826171875}"/>
  <p:tag name="KSO_WM_UNIT_ISCONTENTSTITLE" val="0"/>
  <p:tag name="KSO_WM_UNIT_ISNUMDGMTITLE" val="0"/>
  <p:tag name="KSO_WM_UNIT_NOCLEAR" val="0"/>
  <p:tag name="KSO_WM_UNIT_TYPE" val="n_h_h_a"/>
  <p:tag name="KSO_WM_UNIT_INDEX" val="1_2_3_1"/>
  <p:tag name="KSO_WM_UNIT_ID" val="diagram20233163_1*n_h_h_a*1_2_3_1"/>
  <p:tag name="KSO_WM_UNIT_VALUE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230.xml><?xml version="1.0" encoding="utf-8"?>
<p:tagLst xmlns:p="http://schemas.openxmlformats.org/presentationml/2006/main">
  <p:tag name="KSO_WM_UNIT_TEXT_FILL_FORE_SCHEMECOLOR_INDEX_BRIGHTNESS" val="0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3_1"/>
  <p:tag name="KSO_WM_UNIT_ID" val="diagram20233163_1*n_h_h_f*1_2_3_1"/>
  <p:tag name="KSO_WM_TEMPLATE_CATEGORY" val="diagram"/>
  <p:tag name="KSO_WM_TEMPLATE_INDEX" val="20233163"/>
  <p:tag name="KSO_WM_UNIT_LAYERLEVEL" val="1_1_1_1"/>
  <p:tag name="KSO_WM_TAG_VERSION" val="3.0"/>
  <p:tag name="KSO_WM_BEAUTIFY_FLAG" val="#wm#"/>
  <p:tag name="KSO_WM_UNIT_VALUE" val="36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834645674,&quot;left&quot;:42.078260142409,&quot;top&quot;:122.63094488188976,&quot;width&quot;:863.121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文本具体内容，简明扼要地阐述观点。可酌情增减文字，以便观者准确地理解您传达的思想。添加文本具体内容，简明扼要地阐述观点。"/>
  <p:tag name="KSO_WM_UNIT_TEXT_FILL_FORE_SCHEMECOLOR_INDEX" val="1"/>
  <p:tag name="KSO_WM_UNIT_TEXT_FILL_TYPE" val="1"/>
  <p:tag name="KSO_WM_UNIT_USESOURCEFORMAT_APPLY" val="0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834645674,&quot;left&quot;:42.078260142409,&quot;top&quot;:122.63094488188976,&quot;width&quot;:863.121826171875}"/>
  <p:tag name="KSO_WM_UNIT_ISCONTENTSTITLE" val="0"/>
  <p:tag name="KSO_WM_UNIT_ISNUMDGMTITLE" val="0"/>
  <p:tag name="KSO_WM_UNIT_NOCLEAR" val="0"/>
  <p:tag name="KSO_WM_UNIT_TYPE" val="n_h_h_a"/>
  <p:tag name="KSO_WM_UNIT_INDEX" val="1_2_4_1"/>
  <p:tag name="KSO_WM_UNIT_ID" val="diagram20233163_1*n_h_h_a*1_2_4_1"/>
  <p:tag name="KSO_WM_UNIT_VALUE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232.xml><?xml version="1.0" encoding="utf-8"?>
<p:tagLst xmlns:p="http://schemas.openxmlformats.org/presentationml/2006/main">
  <p:tag name="KSO_WM_UNIT_TEXT_FILL_FORE_SCHEMECOLOR_INDEX_BRIGHTNESS" val="0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4_1"/>
  <p:tag name="KSO_WM_UNIT_ID" val="diagram20233163_1*n_h_h_f*1_2_4_1"/>
  <p:tag name="KSO_WM_TEMPLATE_CATEGORY" val="diagram"/>
  <p:tag name="KSO_WM_TEMPLATE_INDEX" val="20233163"/>
  <p:tag name="KSO_WM_UNIT_LAYERLEVEL" val="1_1_1_1"/>
  <p:tag name="KSO_WM_TAG_VERSION" val="3.0"/>
  <p:tag name="KSO_WM_BEAUTIFY_FLAG" val="#wm#"/>
  <p:tag name="KSO_WM_UNIT_VALUE" val="36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834645674,&quot;left&quot;:42.078260142409,&quot;top&quot;:122.63094488188976,&quot;width&quot;:863.121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文本具体内容，简明扼要地阐述观点。可酌情增减文字，以便观者准确地理解您传达的思想。添加文本具体内容，简明扼要地阐述观点。"/>
  <p:tag name="KSO_WM_UNIT_TEXT_FILL_FORE_SCHEMECOLOR_INDEX" val="1"/>
  <p:tag name="KSO_WM_UNIT_TEXT_FILL_TYPE" val="1"/>
  <p:tag name="KSO_WM_UNIT_USESOURCEFORMAT_APPLY" val="0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2_2"/>
  <p:tag name="KSO_WM_UNIT_ID" val="diagram20233163_1*n_h_i*1_2_2"/>
  <p:tag name="KSO_WM_TEMPLATE_CATEGORY" val="diagram"/>
  <p:tag name="KSO_WM_TEMPLATE_INDEX" val="20233163"/>
  <p:tag name="KSO_WM_UNIT_LAYERLEVEL" val="1_1_1"/>
  <p:tag name="KSO_WM_TAG_VERSION" val="3.0"/>
  <p:tag name="KSO_WM_UNIT_LINE_FORE_SCHEMECOLOR_INDEX_1_BRIGHTNESS" val="0.4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51"/>
  <p:tag name="KSO_WM_UNIT_LINE_FORE_SCHEMECOLOR_INDEX_2_TRANS" val="1"/>
  <p:tag name="KSO_WM_UNIT_LINE_GRADIENT_TYPE" val="0"/>
  <p:tag name="KSO_WM_UNIT_LINE_GRADIENT_ANGLE" val="180"/>
  <p:tag name="KSO_WM_UNIT_LINE_GRADIENT_DIRECTION" val="4"/>
  <p:tag name="KSO_WM_UNIT_LINE_FILL_TYPE" val="5"/>
  <p:tag name="KSO_WM_UNIT_TEXT_FILL_FORE_SCHEMECOLOR_INDEX_BRIGHTNESS" val="0"/>
  <p:tag name="KSO_WM_UNIT_TEXT_FILL_TYPE" val="1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834645674,&quot;left&quot;:42.078260142409,&quot;top&quot;:122.63094488188976,&quot;width&quot;:863.121826171875}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,&quot;transparency&quot;:0.6000000238418579},{&quot;brightness&quot;:0,&quot;colorType&quot;:1,&quot;foreColorIndex&quot;:5,&quot;pos&quot;:0.5099999904632568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34.xml><?xml version="1.0" encoding="utf-8"?>
<p:tagLst xmlns:p="http://schemas.openxmlformats.org/presentationml/2006/main"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4_1"/>
  <p:tag name="KSO_WM_UNIT_ID" val="diagram20233163_1*n_h_h_i*1_2_4_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45"/>
  <p:tag name="KSO_WM_UNIT_FILL_GRADIENT_DIRECTION" val="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834645674,&quot;left&quot;:42.078260142409,&quot;top&quot;:122.63094488188976,&quot;width&quot;:863.121826171875}"/>
  <p:tag name="KSO_WM_DIAGRAM_COLOR_MATCH_VALUE" val="{&quot;shape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UNIT_USESOURCEFORMAT_APPLY" val="0"/>
</p:tagLst>
</file>

<file path=ppt/tags/tag235.xml><?xml version="1.0" encoding="utf-8"?>
<p:tagLst xmlns:p="http://schemas.openxmlformats.org/presentationml/2006/main"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1"/>
  <p:tag name="KSO_WM_UNIT_ID" val="diagram20233163_1*n_h_h_i*1_2_1_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45"/>
  <p:tag name="KSO_WM_UNIT_FILL_GRADIENT_DIRECTION" val="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834645674,&quot;left&quot;:42.078260142409,&quot;top&quot;:122.63094488188976,&quot;width&quot;:863.121826171875}"/>
  <p:tag name="KSO_WM_DIAGRAM_COLOR_MATCH_VALUE" val="{&quot;shape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UNIT_USESOURCEFORMAT_APPLY" val="0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2"/>
  <p:tag name="KSO_WM_UNIT_ID" val="diagram20233163_1*n_h_i*1_1_2"/>
  <p:tag name="KSO_WM_TEMPLATE_CATEGORY" val="diagram"/>
  <p:tag name="KSO_WM_TEMPLATE_INDEX" val="20233163"/>
  <p:tag name="KSO_WM_UNIT_LAYERLEVEL" val="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.9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.9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834645674,&quot;left&quot;:42.078260142409,&quot;top&quot;:122.63094488188976,&quot;width&quot;:863.121826171875}"/>
  <p:tag name="KSO_WM_DIAGRAM_COLOR_MATCH_VALUE" val="{&quot;shape&quot;:{&quot;fill&quot;:{&quot;solid&quot;:{&quot;brightness&quot;:0,&quot;colorType&quot;:1,&quot;foreColorIndex&quot;:5,&quot;transparency&quot;:0.819999992847442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2"/>
  <p:tag name="KSO_WM_UNIT_ID" val="diagram20233163_1*n_h_a*1_1_2"/>
  <p:tag name="KSO_WM_TEMPLATE_CATEGORY" val="diagram"/>
  <p:tag name="KSO_WM_TEMPLATE_INDEX" val="20233163"/>
  <p:tag name="KSO_WM_UNIT_LAYERLEVEL" val="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8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834645674,&quot;left&quot;:42.078260142409,&quot;top&quot;:122.63094488188976,&quot;width&quot;:863.121826171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40"/>
  <p:tag name="KSO_WM_UNIT_TEXT_TYPE" val="1"/>
  <p:tag name="KSO_WM_UNIT_PRESET_TEXT" val="单击此处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238.xml><?xml version="1.0" encoding="utf-8"?>
<p:tagLst xmlns:p="http://schemas.openxmlformats.org/presentationml/2006/main"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1"/>
  <p:tag name="KSO_WM_UNIT_ID" val="diagram20233163_1*n_h_h_i*1_2_3_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45"/>
  <p:tag name="KSO_WM_UNIT_FILL_GRADIENT_DIRECTION" val="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834645674,&quot;left&quot;:42.078260142409,&quot;top&quot;:122.63094488188976,&quot;width&quot;:863.121826171875}"/>
  <p:tag name="KSO_WM_DIAGRAM_COLOR_MATCH_VALUE" val="{&quot;shape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UNIT_USESOURCEFORMAT_APPLY" val="0"/>
</p:tagLst>
</file>

<file path=ppt/tags/tag239.xml><?xml version="1.0" encoding="utf-8"?>
<p:tagLst xmlns:p="http://schemas.openxmlformats.org/presentationml/2006/main"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1"/>
  <p:tag name="KSO_WM_UNIT_ID" val="diagram20233163_1*n_h_h_i*1_2_2_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45"/>
  <p:tag name="KSO_WM_UNIT_FILL_GRADIENT_DIRECTION" val="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834645674,&quot;left&quot;:42.078260142409,&quot;top&quot;:122.63094488188976,&quot;width&quot;:863.121826171875}"/>
  <p:tag name="KSO_WM_DIAGRAM_COLOR_MATCH_VALUE" val="{&quot;shape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UNIT_USESOURCEFORMAT_APPLY" val="0"/>
</p:tagLst>
</file>

<file path=ppt/tags/tag240.xml><?xml version="1.0" encoding="utf-8"?>
<p:tagLst xmlns:p="http://schemas.openxmlformats.org/presentationml/2006/main">
  <p:tag name="KSO_WM_SPECIAL_SOURCE" val="bdnull"/>
  <p:tag name="KSO_WM_SLIDE_ID" val="diagram20233163_1"/>
  <p:tag name="KSO_WM_TEMPLATE_SUBCATEGORY" val="0"/>
  <p:tag name="KSO_WM_TEMPLATE_MASTER_TYPE" val="0"/>
  <p:tag name="KSO_WM_TEMPLATE_COLOR_TYPE" val="0"/>
  <p:tag name="KSO_WM_SLIDE_ITEM_CNT" val="4"/>
  <p:tag name="KSO_WM_SLIDE_INDEX" val="1"/>
  <p:tag name="KSO_WM_TAG_VERSION" val="3.0"/>
  <p:tag name="KSO_WM_BEAUTIFY_FLAG" val="#wm#"/>
  <p:tag name="KSO_WM_TEMPLATE_CATEGORY" val="custom"/>
  <p:tag name="KSO_WM_TEMPLATE_INDEX" val="20238617"/>
  <p:tag name="KSO_WM_SLIDE_TYPE" val="text"/>
  <p:tag name="KSO_WM_SLIDE_SUBTYPE" val="diag"/>
  <p:tag name="KSO_WM_SLIDE_SIZE" val="863.122*388.083"/>
  <p:tag name="KSO_WM_SLIDE_POSITION" val="42.0783*122.631"/>
  <p:tag name="KSO_WM_DIAGRAM_GROUP_CODE" val="n1-1"/>
  <p:tag name="KSO_WM_SLIDE_DIAGTYPE" val="n"/>
  <p:tag name="KSO_WM_SLIDE_LAYOUT" val="a_n"/>
  <p:tag name="KSO_WM_SLIDE_LAYOUT_CNT" val="1_1"/>
</p:tagLst>
</file>

<file path=ppt/tags/tag241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42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243.xml><?xml version="1.0" encoding="utf-8"?>
<p:tagLst xmlns:p="http://schemas.openxmlformats.org/presentationml/2006/main">
  <p:tag name="KSO_WM_DIAGRAM_VIRTUALLY_FRAME" val="{&quot;height&quot;:391.81503937007875,&quot;left&quot;:84,&quot;top&quot;:97.5,&quot;width&quot;:786}"/>
</p:tagLst>
</file>

<file path=ppt/tags/tag244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6*l_i*1_1"/>
  <p:tag name="KSO_WM_TEMPLATE_INDEX" val="19882022"/>
  <p:tag name="KSO_WM_TAG_VERSION" val="2.0"/>
  <p:tag name="KSO_WM_DIAGRAM_GROUP_CODE" val="l1-1"/>
  <p:tag name="KSO_WM_DIAGRAM_VIRTUALLY_FRAME" val="{&quot;height&quot;:391.81503937007875,&quot;left&quot;:84,&quot;top&quot;:97.5,&quot;width&quot;:786}"/>
</p:tagLst>
</file>

<file path=ppt/tags/tag245.xml><?xml version="1.0" encoding="utf-8"?>
<p:tagLst xmlns:p="http://schemas.openxmlformats.org/presentationml/2006/main">
  <p:tag name="KSO_WM_BEAUTIFY_FLAG" val="#wm#"/>
  <p:tag name="KSO_WM_UNIT_TYPE" val="l_h_x"/>
  <p:tag name="KSO_WM_UNIT_INDEX" val="1_1_1"/>
  <p:tag name="KSO_WM_UNIT_ID" val="diagram19882022_6*l_h_x*1_1_1"/>
  <p:tag name="KSO_WM_TEMPLATE_INDEX" val="19882022"/>
  <p:tag name="KSO_WM_TAG_VERSION" val="2.0"/>
  <p:tag name="KSO_WM_DIAGRAM_GROUP_CODE" val="l1-1"/>
  <p:tag name="KSO_WM_DIAGRAM_VIRTUALLY_FRAME" val="{&quot;height&quot;:391.81503937007875,&quot;left&quot;:84,&quot;top&quot;:97.5,&quot;width&quot;:786}"/>
</p:tagLst>
</file>

<file path=ppt/tags/tag246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247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6*l_i*1_1"/>
  <p:tag name="KSO_WM_TEMPLATE_INDEX" val="19882022"/>
  <p:tag name="KSO_WM_TAG_VERSION" val="2.0"/>
  <p:tag name="KSO_WM_DIAGRAM_GROUP_CODE" val="l1-1"/>
  <p:tag name="KSO_WM_DIAGRAM_VIRTUALLY_FRAME" val="{&quot;height&quot;:391.81503937007875,&quot;left&quot;:84,&quot;top&quot;:97.5,&quot;width&quot;:786}"/>
</p:tagLst>
</file>

<file path=ppt/tags/tag248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UNIT_ID" val="diagram19882022_6*l_h_a*1_1_1"/>
  <p:tag name="KSO_WM_TEMPLATE_INDEX" val="19882022"/>
  <p:tag name="KSO_WM_TAG_VERSION" val="2.0"/>
  <p:tag name="KSO_WM_DIAGRAM_GROUP_CODE" val="l1-1"/>
  <p:tag name="KSO_WM_DIAGRAM_VIRTUALLY_FRAME" val="{&quot;height&quot;:391.81503937007875,&quot;left&quot;:84,&quot;top&quot;:97.5,&quot;width&quot;:786}"/>
</p:tagLst>
</file>

<file path=ppt/tags/tag249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6*l_h_f*1_1_1"/>
  <p:tag name="KSO_WM_TEMPLATE_INDEX" val="19882022"/>
  <p:tag name="KSO_WM_TAG_VERSION" val="2.0"/>
  <p:tag name="KSO_WM_DIAGRAM_GROUP_CODE" val="l1-1"/>
  <p:tag name="KSO_WM_DIAGRAM_VIRTUALLY_FRAME" val="{&quot;height&quot;:391.81503937007875,&quot;left&quot;:84,&quot;top&quot;:97.5,&quot;width&quot;:786}"/>
</p:tagLst>
</file>

<file path=ppt/tags/tag250.xml><?xml version="1.0" encoding="utf-8"?>
<p:tagLst xmlns:p="http://schemas.openxmlformats.org/presentationml/2006/main">
  <p:tag name="KSO_WM_BEAUTIFY_FLAG" val="#wm#"/>
  <p:tag name="KSO_WM_UNIT_TYPE" val="l_h_x"/>
  <p:tag name="KSO_WM_UNIT_INDEX" val="1_2_1"/>
  <p:tag name="KSO_WM_UNIT_ID" val="diagram19882022_6*l_h_x*1_2_1"/>
  <p:tag name="KSO_WM_TEMPLATE_INDEX" val="19882022"/>
  <p:tag name="KSO_WM_TAG_VERSION" val="2.0"/>
  <p:tag name="KSO_WM_DIAGRAM_GROUP_CODE" val="l1-1"/>
  <p:tag name="KSO_WM_DIAGRAM_VIRTUALLY_FRAME" val="{&quot;height&quot;:391.81503937007875,&quot;left&quot;:84,&quot;top&quot;:97.5,&quot;width&quot;:786}"/>
</p:tagLst>
</file>

<file path=ppt/tags/tag251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252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6*l_i*1_1"/>
  <p:tag name="KSO_WM_TEMPLATE_INDEX" val="19882022"/>
  <p:tag name="KSO_WM_TAG_VERSION" val="2.0"/>
  <p:tag name="KSO_WM_DIAGRAM_GROUP_CODE" val="l1-1"/>
  <p:tag name="KSO_WM_DIAGRAM_VIRTUALLY_FRAME" val="{&quot;height&quot;:391.81503937007875,&quot;left&quot;:84,&quot;top&quot;:97.5,&quot;width&quot;:786}"/>
</p:tagLst>
</file>

<file path=ppt/tags/tag253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UNIT_ID" val="diagram19882022_6*l_h_a*1_2_1"/>
  <p:tag name="KSO_WM_TEMPLATE_INDEX" val="19882022"/>
  <p:tag name="KSO_WM_TAG_VERSION" val="2.0"/>
  <p:tag name="KSO_WM_DIAGRAM_GROUP_CODE" val="l1-1"/>
  <p:tag name="KSO_WM_DIAGRAM_VIRTUALLY_FRAME" val="{&quot;height&quot;:391.81503937007875,&quot;left&quot;:84,&quot;top&quot;:97.5,&quot;width&quot;:786}"/>
</p:tagLst>
</file>

<file path=ppt/tags/tag254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6*l_h_f*1_2_1"/>
  <p:tag name="KSO_WM_TEMPLATE_INDEX" val="19882022"/>
  <p:tag name="KSO_WM_TAG_VERSION" val="2.0"/>
  <p:tag name="KSO_WM_DIAGRAM_GROUP_CODE" val="l1-1"/>
  <p:tag name="KSO_WM_DIAGRAM_VIRTUALLY_FRAME" val="{&quot;height&quot;:391.81503937007875,&quot;left&quot;:84,&quot;top&quot;:97.5,&quot;width&quot;:786}"/>
</p:tagLst>
</file>

<file path=ppt/tags/tag255.xml><?xml version="1.0" encoding="utf-8"?>
<p:tagLst xmlns:p="http://schemas.openxmlformats.org/presentationml/2006/main">
  <p:tag name="KSO_WM_BEAUTIFY_FLAG" val="#wm#"/>
  <p:tag name="KSO_WM_UNIT_TYPE" val="l_h_x"/>
  <p:tag name="KSO_WM_UNIT_INDEX" val="1_3_1"/>
  <p:tag name="KSO_WM_UNIT_ID" val="diagram19882022_6*l_h_x*1_3_1"/>
  <p:tag name="KSO_WM_TEMPLATE_INDEX" val="19882022"/>
  <p:tag name="KSO_WM_TAG_VERSION" val="2.0"/>
  <p:tag name="KSO_WM_DIAGRAM_GROUP_CODE" val="l1-1"/>
  <p:tag name="KSO_WM_DIAGRAM_VIRTUALLY_FRAME" val="{&quot;height&quot;:391.81503937007875,&quot;left&quot;:84,&quot;top&quot;:97.5,&quot;width&quot;:786}"/>
</p:tagLst>
</file>

<file path=ppt/tags/tag256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257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6*l_i*1_1"/>
  <p:tag name="KSO_WM_TEMPLATE_INDEX" val="19882022"/>
  <p:tag name="KSO_WM_TAG_VERSION" val="2.0"/>
  <p:tag name="KSO_WM_DIAGRAM_GROUP_CODE" val="l1-1"/>
  <p:tag name="KSO_WM_DIAGRAM_VIRTUALLY_FRAME" val="{&quot;height&quot;:391.81503937007875,&quot;left&quot;:84,&quot;top&quot;:97.5,&quot;width&quot;:786}"/>
</p:tagLst>
</file>

<file path=ppt/tags/tag258.xml><?xml version="1.0" encoding="utf-8"?>
<p:tagLst xmlns:p="http://schemas.openxmlformats.org/presentationml/2006/main">
  <p:tag name="KSO_WM_BEAUTIFY_FLAG" val="#wm#"/>
  <p:tag name="KSO_WM_UNIT_TYPE" val="l_h_f"/>
  <p:tag name="KSO_WM_UNIT_INDEX" val="1_3_2"/>
  <p:tag name="KSO_WM_UNIT_ID" val="diagram19882022_6*l_h_f*1_3_2"/>
  <p:tag name="KSO_WM_TEMPLATE_INDEX" val="19882022"/>
  <p:tag name="KSO_WM_TAG_VERSION" val="2.0"/>
  <p:tag name="KSO_WM_DIAGRAM_GROUP_CODE" val="l1-1"/>
  <p:tag name="KSO_WM_DIAGRAM_VIRTUALLY_FRAME" val="{&quot;height&quot;:391.81503937007875,&quot;left&quot;:84,&quot;top&quot;:97.5,&quot;width&quot;:786}"/>
</p:tagLst>
</file>

<file path=ppt/tags/tag259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6*l_h_f*1_3_1"/>
  <p:tag name="KSO_WM_TEMPLATE_INDEX" val="19882022"/>
  <p:tag name="KSO_WM_TAG_VERSION" val="2.0"/>
  <p:tag name="KSO_WM_DIAGRAM_GROUP_CODE" val="l1-1"/>
  <p:tag name="KSO_WM_DIAGRAM_VIRTUALLY_FRAME" val="{&quot;height&quot;:391.81503937007875,&quot;left&quot;:84,&quot;top&quot;:97.5,&quot;width&quot;:786}"/>
</p:tagLst>
</file>

<file path=ppt/tags/tag260.xml><?xml version="1.0" encoding="utf-8"?>
<p:tagLst xmlns:p="http://schemas.openxmlformats.org/presentationml/2006/main">
  <p:tag name="KSO_WM_BEAUTIFY_FLAG" val="#wm#"/>
  <p:tag name="KSO_WM_UNIT_TYPE" val="l_h_x"/>
  <p:tag name="KSO_WM_UNIT_INDEX" val="1_4_1"/>
  <p:tag name="KSO_WM_UNIT_ID" val="diagram19882022_6*l_h_x*1_4_1"/>
  <p:tag name="KSO_WM_TEMPLATE_INDEX" val="19882022"/>
  <p:tag name="KSO_WM_TAG_VERSION" val="2.0"/>
  <p:tag name="KSO_WM_DIAGRAM_GROUP_CODE" val="l1-1"/>
  <p:tag name="KSO_WM_DIAGRAM_VIRTUALLY_FRAME" val="{&quot;height&quot;:391.81503937007875,&quot;left&quot;:84,&quot;top&quot;:97.5,&quot;width&quot;:786}"/>
</p:tagLst>
</file>

<file path=ppt/tags/tag261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262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6*l_i*1_1"/>
  <p:tag name="KSO_WM_TEMPLATE_INDEX" val="19882022"/>
  <p:tag name="KSO_WM_TAG_VERSION" val="2.0"/>
  <p:tag name="KSO_WM_DIAGRAM_GROUP_CODE" val="l1-1"/>
  <p:tag name="KSO_WM_DIAGRAM_VIRTUALLY_FRAME" val="{&quot;height&quot;:391.81503937007875,&quot;left&quot;:84,&quot;top&quot;:97.5,&quot;width&quot;:786}"/>
</p:tagLst>
</file>

<file path=ppt/tags/tag263.xml><?xml version="1.0" encoding="utf-8"?>
<p:tagLst xmlns:p="http://schemas.openxmlformats.org/presentationml/2006/main">
  <p:tag name="KSO_WM_BEAUTIFY_FLAG" val="#wm#"/>
  <p:tag name="KSO_WM_UNIT_TYPE" val="l_h_f"/>
  <p:tag name="KSO_WM_UNIT_INDEX" val="1_4_2"/>
  <p:tag name="KSO_WM_UNIT_ID" val="diagram19882022_6*l_h_f*1_4_2"/>
  <p:tag name="KSO_WM_TEMPLATE_INDEX" val="19882022"/>
  <p:tag name="KSO_WM_TAG_VERSION" val="2.0"/>
  <p:tag name="KSO_WM_DIAGRAM_GROUP_CODE" val="l1-1"/>
  <p:tag name="KSO_WM_DIAGRAM_VIRTUALLY_FRAME" val="{&quot;height&quot;:391.81503937007875,&quot;left&quot;:84,&quot;top&quot;:97.5,&quot;width&quot;:786}"/>
</p:tagLst>
</file>

<file path=ppt/tags/tag264.xml><?xml version="1.0" encoding="utf-8"?>
<p:tagLst xmlns:p="http://schemas.openxmlformats.org/presentationml/2006/main">
  <p:tag name="KSO_WM_BEAUTIFY_FLAG" val="#wm#"/>
  <p:tag name="KSO_WM_UNIT_TYPE" val="l_h_f"/>
  <p:tag name="KSO_WM_UNIT_INDEX" val="1_4_1"/>
  <p:tag name="KSO_WM_UNIT_ID" val="diagram19882022_6*l_h_f*1_4_1"/>
  <p:tag name="KSO_WM_TEMPLATE_INDEX" val="19882022"/>
  <p:tag name="KSO_WM_TAG_VERSION" val="2.0"/>
  <p:tag name="KSO_WM_DIAGRAM_GROUP_CODE" val="l1-1"/>
  <p:tag name="KSO_WM_DIAGRAM_VIRTUALLY_FRAME" val="{&quot;height&quot;:391.81503937007875,&quot;left&quot;:84,&quot;top&quot;:97.5,&quot;width&quot;:786}"/>
</p:tagLst>
</file>

<file path=ppt/tags/tag265.xml><?xml version="1.0" encoding="utf-8"?>
<p:tagLst xmlns:p="http://schemas.openxmlformats.org/presentationml/2006/main">
  <p:tag name="KSO_WM_BEAUTIFY_FLAG" val="#wm#"/>
  <p:tag name="KSO_WM_UNIT_TYPE" val="l_h_x"/>
  <p:tag name="KSO_WM_UNIT_INDEX" val="1_5_1"/>
  <p:tag name="KSO_WM_UNIT_ID" val="diagram19882022_6*l_h_x*1_5_1"/>
  <p:tag name="KSO_WM_TEMPLATE_INDEX" val="19882022"/>
  <p:tag name="KSO_WM_TAG_VERSION" val="2.0"/>
  <p:tag name="KSO_WM_DIAGRAM_GROUP_CODE" val="l1-1"/>
  <p:tag name="KSO_WM_DIAGRAM_VIRTUALLY_FRAME" val="{&quot;height&quot;:391.81503937007875,&quot;left&quot;:84,&quot;top&quot;:97.5,&quot;width&quot;:786}"/>
</p:tagLst>
</file>

<file path=ppt/tags/tag266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267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6*l_i*1_1"/>
  <p:tag name="KSO_WM_TEMPLATE_INDEX" val="19882022"/>
  <p:tag name="KSO_WM_TAG_VERSION" val="2.0"/>
  <p:tag name="KSO_WM_DIAGRAM_GROUP_CODE" val="l1-1"/>
  <p:tag name="KSO_WM_DIAGRAM_VIRTUALLY_FRAME" val="{&quot;height&quot;:391.81503937007875,&quot;left&quot;:84,&quot;top&quot;:97.5,&quot;width&quot;:786}"/>
</p:tagLst>
</file>

<file path=ppt/tags/tag268.xml><?xml version="1.0" encoding="utf-8"?>
<p:tagLst xmlns:p="http://schemas.openxmlformats.org/presentationml/2006/main">
  <p:tag name="KSO_WM_BEAUTIFY_FLAG" val="#wm#"/>
  <p:tag name="KSO_WM_UNIT_TYPE" val="l_h_f"/>
  <p:tag name="KSO_WM_UNIT_INDEX" val="1_5_2"/>
  <p:tag name="KSO_WM_UNIT_ID" val="diagram19882022_6*l_h_f*1_5_2"/>
  <p:tag name="KSO_WM_TEMPLATE_INDEX" val="19882022"/>
  <p:tag name="KSO_WM_TAG_VERSION" val="2.0"/>
  <p:tag name="KSO_WM_DIAGRAM_GROUP_CODE" val="l1-1"/>
  <p:tag name="KSO_WM_DIAGRAM_VIRTUALLY_FRAME" val="{&quot;height&quot;:391.81503937007875,&quot;left&quot;:84,&quot;top&quot;:97.5,&quot;width&quot;:786}"/>
</p:tagLst>
</file>

<file path=ppt/tags/tag269.xml><?xml version="1.0" encoding="utf-8"?>
<p:tagLst xmlns:p="http://schemas.openxmlformats.org/presentationml/2006/main">
  <p:tag name="KSO_WM_BEAUTIFY_FLAG" val="#wm#"/>
  <p:tag name="KSO_WM_UNIT_TYPE" val="l_h_f"/>
  <p:tag name="KSO_WM_UNIT_INDEX" val="1_5_1"/>
  <p:tag name="KSO_WM_UNIT_ID" val="diagram19882022_6*l_h_f*1_5_1"/>
  <p:tag name="KSO_WM_TEMPLATE_INDEX" val="19882022"/>
  <p:tag name="KSO_WM_TAG_VERSION" val="2.0"/>
  <p:tag name="KSO_WM_DIAGRAM_GROUP_CODE" val="l1-1"/>
  <p:tag name="KSO_WM_DIAGRAM_VIRTUALLY_FRAME" val="{&quot;height&quot;:391.81503937007875,&quot;left&quot;:84,&quot;top&quot;:97.5,&quot;width&quot;:786}"/>
</p:tagLst>
</file>

<file path=ppt/tags/tag270.xml><?xml version="1.0" encoding="utf-8"?>
<p:tagLst xmlns:p="http://schemas.openxmlformats.org/presentationml/2006/main">
  <p:tag name="KSO_WM_BEAUTIFY_FLAG" val="#wm#"/>
  <p:tag name="KSO_WM_UNIT_TYPE" val="l_h_x"/>
  <p:tag name="KSO_WM_UNIT_INDEX" val="1_6_1"/>
  <p:tag name="KSO_WM_UNIT_ID" val="diagram19882022_6*l_h_x*1_6_1"/>
  <p:tag name="KSO_WM_TEMPLATE_INDEX" val="19882022"/>
  <p:tag name="KSO_WM_TAG_VERSION" val="2.0"/>
  <p:tag name="KSO_WM_DIAGRAM_GROUP_CODE" val="l1-1"/>
  <p:tag name="KSO_WM_DIAGRAM_VIRTUALLY_FRAME" val="{&quot;height&quot;:391.81503937007875,&quot;left&quot;:84,&quot;top&quot;:97.5,&quot;width&quot;:786}"/>
</p:tagLst>
</file>

<file path=ppt/tags/tag271.xml><?xml version="1.0" encoding="utf-8"?>
<p:tagLst xmlns:p="http://schemas.openxmlformats.org/presentationml/2006/main">
  <p:tag name="KSO_WM_UNIT_INDEX" val="19"/>
  <p:tag name="KSO_WM_UNIT_TYPE" val="i"/>
  <p:tag name="KSO_WM_BEAUTIFY_FLAG" val="#wm#"/>
</p:tagLst>
</file>

<file path=ppt/tags/tag272.xml><?xml version="1.0" encoding="utf-8"?>
<p:tagLst xmlns:p="http://schemas.openxmlformats.org/presentationml/2006/main">
  <p:tag name="KSO_WM_BEAUTIFY_FLAG" val="#wm#"/>
  <p:tag name="KSO_WM_UNIT_TYPE" val="l_h_f"/>
  <p:tag name="KSO_WM_UNIT_INDEX" val="1_6_2"/>
  <p:tag name="KSO_WM_UNIT_ID" val="diagram19882022_6*l_h_f*1_6_2"/>
  <p:tag name="KSO_WM_TEMPLATE_INDEX" val="19882022"/>
  <p:tag name="KSO_WM_TAG_VERSION" val="2.0"/>
  <p:tag name="KSO_WM_DIAGRAM_GROUP_CODE" val="l1-1"/>
  <p:tag name="KSO_WM_DIAGRAM_VIRTUALLY_FRAME" val="{&quot;height&quot;:391.81503937007875,&quot;left&quot;:84,&quot;top&quot;:97.5,&quot;width&quot;:786}"/>
</p:tagLst>
</file>

<file path=ppt/tags/tag273.xml><?xml version="1.0" encoding="utf-8"?>
<p:tagLst xmlns:p="http://schemas.openxmlformats.org/presentationml/2006/main">
  <p:tag name="KSO_WM_BEAUTIFY_FLAG" val="#wm#"/>
  <p:tag name="KSO_WM_UNIT_TYPE" val="l_h_f"/>
  <p:tag name="KSO_WM_UNIT_INDEX" val="1_6_1"/>
  <p:tag name="KSO_WM_UNIT_ID" val="diagram19882022_6*l_h_f*1_6_1"/>
  <p:tag name="KSO_WM_TEMPLATE_INDEX" val="19882022"/>
  <p:tag name="KSO_WM_TAG_VERSION" val="2.0"/>
  <p:tag name="KSO_WM_DIAGRAM_GROUP_CODE" val="l1-1"/>
  <p:tag name="KSO_WM_DIAGRAM_VIRTUALLY_FRAME" val="{&quot;height&quot;:391.81503937007875,&quot;left&quot;:84,&quot;top&quot;:97.5,&quot;width&quot;:786}"/>
</p:tagLst>
</file>

<file path=ppt/tags/tag274.xml><?xml version="1.0" encoding="utf-8"?>
<p:tagLst xmlns:p="http://schemas.openxmlformats.org/presentationml/2006/main">
  <p:tag name="KSO_WM_UNIT_INDEX" val="21"/>
  <p:tag name="KSO_WM_UNIT_TYPE" val="i"/>
  <p:tag name="KSO_WM_BEAUTIFY_FLAG" val="#wm#"/>
</p:tagLst>
</file>

<file path=ppt/tags/tag275.xml><?xml version="1.0" encoding="utf-8"?>
<p:tagLst xmlns:p="http://schemas.openxmlformats.org/presentationml/2006/main">
  <p:tag name="KSO_WM_UNIT_TYPE" val="l_i"/>
  <p:tag name="KSO_WM_UNIT_INDEX" val="1_1"/>
  <p:tag name="KSO_WM_UNIT_ID" val="diagram19882022_6*l_i*1_1"/>
  <p:tag name="KSO_WM_TEMPLATE_INDEX" val="19882022"/>
  <p:tag name="KSO_WM_TAG_VERSION" val="2.0"/>
  <p:tag name="KSO_WM_DIAGRAM_GROUP_CODE" val="l1-1"/>
  <p:tag name="KSO_WM_DIAGRAM_VIRTUALLY_FRAME" val="{&quot;height&quot;:391.81503937007875,&quot;left&quot;:84,&quot;top&quot;:97.5,&quot;width&quot;:786}"/>
</p:tagLst>
</file>

<file path=ppt/tags/tag276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17"/>
  <p:tag name="KSO_WM_TEMPLATE_CATEGORY" val="custom"/>
  <p:tag name="KSO_WM_SLIDE_INDEX" val="8"/>
  <p:tag name="KSO_WM_SLIDE_ID" val="custom2023861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77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78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279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280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17"/>
  <p:tag name="KSO_WM_TEMPLATE_CATEGORY" val="custom"/>
  <p:tag name="KSO_WM_SLIDE_INDEX" val="8"/>
  <p:tag name="KSO_WM_SLIDE_ID" val="custom2023861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81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82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283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284.xml><?xml version="1.0" encoding="utf-8"?>
<p:tagLst xmlns:p="http://schemas.openxmlformats.org/presentationml/2006/main">
  <p:tag name="KSO_WM_UNIT_INDEX" val="4"/>
  <p:tag name="KSO_WM_UNIT_TYPE" val="i"/>
  <p:tag name="KSO_WM_UNIT_SUBTYPE" val="h"/>
  <p:tag name="KSO_WM_BEAUTIFY_FLAG" val="#wm#"/>
</p:tagLst>
</file>

<file path=ppt/tags/tag285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86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287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288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289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290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291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292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293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294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295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296.xml><?xml version="1.0" encoding="utf-8"?>
<p:tagLst xmlns:p="http://schemas.openxmlformats.org/presentationml/2006/main">
  <p:tag name="KSO_WM_UNIT_INDEX" val="16"/>
  <p:tag name="KSO_WM_UNIT_TYPE" val="i"/>
  <p:tag name="KSO_WM_UNIT_SUBTYPE" val="h"/>
  <p:tag name="KSO_WM_BEAUTIFY_FLAG" val="#wm#"/>
</p:tagLst>
</file>

<file path=ppt/tags/tag297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298.xml><?xml version="1.0" encoding="utf-8"?>
<p:tagLst xmlns:p="http://schemas.openxmlformats.org/presentationml/2006/main">
  <p:tag name="KSO_WM_UNIT_INDEX" val="24"/>
  <p:tag name="KSO_WM_UNIT_TYPE" val="f"/>
  <p:tag name="KSO_WM_UNIT_SUBTYPE" val="a"/>
  <p:tag name="KSO_WM_BEAUTIFY_FLAG" val="#wm#"/>
</p:tagLst>
</file>

<file path=ppt/tags/tag299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300.xml><?xml version="1.0" encoding="utf-8"?>
<p:tagLst xmlns:p="http://schemas.openxmlformats.org/presentationml/2006/main">
  <p:tag name="KSO_WM_UNIT_INDEX" val="18"/>
  <p:tag name="KSO_WM_UNIT_TYPE" val="i"/>
  <p:tag name="KSO_WM_BEAUTIFY_FLAG" val="#wm#"/>
</p:tagLst>
</file>

<file path=ppt/tags/tag301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302.xml><?xml version="1.0" encoding="utf-8"?>
<p:tagLst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303.xml><?xml version="1.0" encoding="utf-8"?>
<p:tagLst xmlns:p="http://schemas.openxmlformats.org/presentationml/2006/main">
  <p:tag name="KSO_WM_UNIT_INDEX" val="19"/>
  <p:tag name="KSO_WM_UNIT_TYPE" val="i"/>
  <p:tag name="KSO_WM_BEAUTIFY_FLAG" val="#wm#"/>
</p:tagLst>
</file>

<file path=ppt/tags/tag304.xml><?xml version="1.0" encoding="utf-8"?>
<p:tagLst xmlns:p="http://schemas.openxmlformats.org/presentationml/2006/main">
  <p:tag name="KSO_WM_UNIT_INDEX" val="20"/>
  <p:tag name="KSO_WM_UNIT_TYPE" val="i"/>
  <p:tag name="KSO_WM_BEAUTIFY_FLAG" val="#wm#"/>
</p:tagLst>
</file>

<file path=ppt/tags/tag305.xml><?xml version="1.0" encoding="utf-8"?>
<p:tagLst xmlns:p="http://schemas.openxmlformats.org/presentationml/2006/main">
  <p:tag name="KSO_WM_UNIT_INDEX" val="23"/>
  <p:tag name="KSO_WM_UNIT_TYPE" val="f"/>
  <p:tag name="KSO_WM_UNIT_SUBTYPE" val="a"/>
  <p:tag name="KSO_WM_BEAUTIFY_FLAG" val="#wm#"/>
</p:tagLst>
</file>

<file path=ppt/tags/tag306.xml><?xml version="1.0" encoding="utf-8"?>
<p:tagLst xmlns:p="http://schemas.openxmlformats.org/presentationml/2006/main">
  <p:tag name="KSO_WM_UNIT_INDEX" val="26"/>
  <p:tag name="KSO_WM_UNIT_TYPE" val="f"/>
  <p:tag name="KSO_WM_UNIT_SUBTYPE" val="a"/>
  <p:tag name="KSO_WM_BEAUTIFY_FLAG" val="#wm#"/>
</p:tagLst>
</file>

<file path=ppt/tags/tag307.xml><?xml version="1.0" encoding="utf-8"?>
<p:tagLst xmlns:p="http://schemas.openxmlformats.org/presentationml/2006/main">
  <p:tag name="KSO_WM_UNIT_INDEX" val="27"/>
  <p:tag name="KSO_WM_UNIT_TYPE" val="i"/>
  <p:tag name="KSO_WM_BEAUTIFY_FLAG" val="#wm#"/>
</p:tagLst>
</file>

<file path=ppt/tags/tag308.xml><?xml version="1.0" encoding="utf-8"?>
<p:tagLst xmlns:p="http://schemas.openxmlformats.org/presentationml/2006/main">
  <p:tag name="KSO_WM_UNIT_INDEX" val="28"/>
  <p:tag name="KSO_WM_UNIT_TYPE" val="i"/>
  <p:tag name="KSO_WM_UNIT_SUBTYPE" val="h"/>
  <p:tag name="KSO_WM_BEAUTIFY_FLAG" val="#wm#"/>
</p:tagLst>
</file>

<file path=ppt/tags/tag309.xml><?xml version="1.0" encoding="utf-8"?>
<p:tagLst xmlns:p="http://schemas.openxmlformats.org/presentationml/2006/main">
  <p:tag name="KSO_WM_UNIT_INDEX" val="33"/>
  <p:tag name="KSO_WM_UNIT_TYPE" val="f"/>
  <p:tag name="KSO_WM_UNIT_SUBTYPE" val="a"/>
  <p:tag name="KSO_WM_BEAUTIFY_FLAG" val="#wm#"/>
</p:tagLst>
</file>

<file path=ppt/tags/tag310.xml><?xml version="1.0" encoding="utf-8"?>
<p:tagLst xmlns:p="http://schemas.openxmlformats.org/presentationml/2006/main">
  <p:tag name="KSO_WM_UNIT_INDEX" val="36"/>
  <p:tag name="KSO_WM_UNIT_TYPE" val="f"/>
  <p:tag name="KSO_WM_UNIT_SUBTYPE" val="a"/>
  <p:tag name="KSO_WM_BEAUTIFY_FLAG" val="#wm#"/>
</p:tagLst>
</file>

<file path=ppt/tags/tag311.xml><?xml version="1.0" encoding="utf-8"?>
<p:tagLst xmlns:p="http://schemas.openxmlformats.org/presentationml/2006/main">
  <p:tag name="KSO_WM_UNIT_INDEX" val="29"/>
  <p:tag name="KSO_WM_UNIT_TYPE" val="i"/>
  <p:tag name="KSO_WM_BEAUTIFY_FLAG" val="#wm#"/>
</p:tagLst>
</file>

<file path=ppt/tags/tag312.xml><?xml version="1.0" encoding="utf-8"?>
<p:tagLst xmlns:p="http://schemas.openxmlformats.org/presentationml/2006/main">
  <p:tag name="KSO_WM_UNIT_INDEX" val="30"/>
  <p:tag name="KSO_WM_UNIT_TYPE" val="i"/>
  <p:tag name="KSO_WM_BEAUTIFY_FLAG" val="#wm#"/>
</p:tagLst>
</file>

<file path=ppt/tags/tag313.xml><?xml version="1.0" encoding="utf-8"?>
<p:tagLst xmlns:p="http://schemas.openxmlformats.org/presentationml/2006/main">
  <p:tag name="KSO_WM_UNIT_INDEX" val="34"/>
  <p:tag name="KSO_WM_UNIT_TYPE" val="f"/>
  <p:tag name="KSO_WM_UNIT_SUBTYPE" val="a"/>
  <p:tag name="KSO_WM_BEAUTIFY_FLAG" val="#wm#"/>
</p:tagLst>
</file>

<file path=ppt/tags/tag314.xml><?xml version="1.0" encoding="utf-8"?>
<p:tagLst xmlns:p="http://schemas.openxmlformats.org/presentationml/2006/main">
  <p:tag name="KSO_WM_UNIT_INDEX" val="37"/>
  <p:tag name="KSO_WM_UNIT_TYPE" val="f"/>
  <p:tag name="KSO_WM_UNIT_SUBTYPE" val="a"/>
  <p:tag name="KSO_WM_BEAUTIFY_FLAG" val="#wm#"/>
</p:tagLst>
</file>

<file path=ppt/tags/tag315.xml><?xml version="1.0" encoding="utf-8"?>
<p:tagLst xmlns:p="http://schemas.openxmlformats.org/presentationml/2006/main">
  <p:tag name="KSO_WM_UNIT_INDEX" val="31"/>
  <p:tag name="KSO_WM_UNIT_TYPE" val="i"/>
  <p:tag name="KSO_WM_BEAUTIFY_FLAG" val="#wm#"/>
</p:tagLst>
</file>

<file path=ppt/tags/tag316.xml><?xml version="1.0" encoding="utf-8"?>
<p:tagLst xmlns:p="http://schemas.openxmlformats.org/presentationml/2006/main">
  <p:tag name="KSO_WM_UNIT_INDEX" val="32"/>
  <p:tag name="KSO_WM_UNIT_TYPE" val="i"/>
  <p:tag name="KSO_WM_BEAUTIFY_FLAG" val="#wm#"/>
</p:tagLst>
</file>

<file path=ppt/tags/tag317.xml><?xml version="1.0" encoding="utf-8"?>
<p:tagLst xmlns:p="http://schemas.openxmlformats.org/presentationml/2006/main">
  <p:tag name="KSO_WM_UNIT_INDEX" val="35"/>
  <p:tag name="KSO_WM_UNIT_TYPE" val="f"/>
  <p:tag name="KSO_WM_UNIT_SUBTYPE" val="a"/>
  <p:tag name="KSO_WM_BEAUTIFY_FLAG" val="#wm#"/>
</p:tagLst>
</file>

<file path=ppt/tags/tag318.xml><?xml version="1.0" encoding="utf-8"?>
<p:tagLst xmlns:p="http://schemas.openxmlformats.org/presentationml/2006/main">
  <p:tag name="KSO_WM_UNIT_INDEX" val="38"/>
  <p:tag name="KSO_WM_UNIT_TYPE" val="f"/>
  <p:tag name="KSO_WM_UNIT_SUBTYPE" val="a"/>
  <p:tag name="KSO_WM_BEAUTIFY_FLAG" val="#wm#"/>
</p:tagLst>
</file>

<file path=ppt/tags/tag319.xml><?xml version="1.0" encoding="utf-8"?>
<p:tagLst xmlns:p="http://schemas.openxmlformats.org/presentationml/2006/main">
  <p:tag name="KSO_WM_UNIT_INDEX" val="39"/>
  <p:tag name="KSO_WM_UNIT_TYPE" val="i"/>
  <p:tag name="KSO_WM_BEAUTIFY_FLAG" val="#wm#"/>
</p:tagLst>
</file>

<file path=ppt/tags/tag320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17"/>
  <p:tag name="KSO_WM_TEMPLATE_CATEGORY" val="custom"/>
  <p:tag name="KSO_WM_SLIDE_INDEX" val="8"/>
  <p:tag name="KSO_WM_SLIDE_ID" val="custom2023861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321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322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323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324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325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326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327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17"/>
  <p:tag name="KSO_WM_TEMPLATE_CATEGORY" val="custom"/>
  <p:tag name="KSO_WM_SLIDE_INDEX" val="8"/>
  <p:tag name="KSO_WM_SLIDE_ID" val="custom2023861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32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17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ISCONTENTSTITLE" val="0"/>
  <p:tag name="KSO_WM_UNIT_PRESET_TEXT" val="添加章节标题"/>
  <p:tag name="KSO_WM_UNIT_TEXT_TYPE" val="1"/>
</p:tagLst>
</file>

<file path=ppt/tags/tag329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17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VALUE" val="6"/>
  <p:tag name="KSO_WM_UNIT_PRESET_TEXT_INDEX" val="-1"/>
  <p:tag name="KSO_WM_UNIT_PRESET_TEXT_LEN" val="0"/>
</p:tagLst>
</file>

<file path=ppt/tags/tag330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17"/>
  <p:tag name="KSO_WM_TEMPLATE_CATEGORY" val="custom"/>
  <p:tag name="KSO_WM_SLIDE_INDEX" val="7"/>
  <p:tag name="KSO_WM_SLIDE_ID" val="custom20238617_7"/>
  <p:tag name="KSO_WM_TEMPLATE_MASTER_TYPE" val="0"/>
  <p:tag name="KSO_WM_SLIDE_LAYOUT" val="a_e"/>
  <p:tag name="KSO_WM_SLIDE_LAYOUT_CNT" val="1_1"/>
  <p:tag name="KSO_WM_SLIDE_THEME_ID" val="3402577"/>
  <p:tag name="KSO_WM_SLIDE_THEME_NAME" val="简约风通用箭头职场办公"/>
</p:tagLst>
</file>

<file path=ppt/tags/tag331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332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333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</p:tagLst>
</file>

<file path=ppt/tags/tag334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335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UNIT_ID" val="diagram19882022*l_h_f*1_1_3"/>
  <p:tag name="KSO_WM_DIAGRAM_GROUP_CODE" val="l1-1"/>
  <p:tag name="KSO_WM_TAG_VERSION" val="2.0"/>
  <p:tag name="KSO_WM_BEAUTIFY_FLAG" val="#wm#"/>
</p:tagLst>
</file>

<file path=ppt/tags/tag336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</p:tagLst>
</file>

<file path=ppt/tags/tag337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338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UNIT_ID" val="diagram19882022*l_h_f*1_2_3"/>
  <p:tag name="KSO_WM_DIAGRAM_GROUP_CODE" val="l1-1"/>
  <p:tag name="KSO_WM_TAG_VERSION" val="2.0"/>
  <p:tag name="KSO_WM_BEAUTIFY_FLAG" val="#wm#"/>
</p:tagLst>
</file>

<file path=ppt/tags/tag339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UNIT_ID" val="diagram19882022*l_h_f*1_3_2"/>
  <p:tag name="KSO_WM_DIAGRAM_GROUP_CODE" val="l1-1"/>
  <p:tag name="KSO_WM_TAG_VERSION" val="2.0"/>
  <p:tag name="KSO_WM_BEAUTIFY_FLAG" val="#wm#"/>
</p:tagLst>
</file>

<file path=ppt/tags/tag340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</p:tagLst>
</file>

<file path=ppt/tags/tag341.xml><?xml version="1.0" encoding="utf-8"?>
<p:tagLst xmlns:p="http://schemas.openxmlformats.org/presentationml/2006/main">
  <p:tag name="KSO_WM_UNIT_INDEX" val="1_3_3"/>
  <p:tag name="KSO_WM_UNIT_TYPE" val="l_h_f"/>
  <p:tag name="KSO_WM_UNIT_SUBTYPE" val="a"/>
  <p:tag name="KSO_WM_TEMPLATE_CATEGORY" val="diagram"/>
  <p:tag name="KSO_WM_TEMPLATE_INDEX" val="19882022"/>
  <p:tag name="KSO_WM_UNIT_ID" val="diagram19882022*l_h_f*1_3_3"/>
  <p:tag name="KSO_WM_DIAGRAM_GROUP_CODE" val="l1-1"/>
  <p:tag name="KSO_WM_TAG_VERSION" val="2.0"/>
  <p:tag name="KSO_WM_BEAUTIFY_FLAG" val="#wm#"/>
</p:tagLst>
</file>

<file path=ppt/tags/tag342.xml><?xml version="1.0" encoding="utf-8"?>
<p:tagLst xmlns:p="http://schemas.openxmlformats.org/presentationml/2006/main">
  <p:tag name="KSO_WM_UNIT_INDEX" val="1_4_2"/>
  <p:tag name="KSO_WM_UNIT_TYPE" val="l_h_f"/>
  <p:tag name="KSO_WM_UNIT_SUBTYPE" val="a"/>
  <p:tag name="KSO_WM_TEMPLATE_CATEGORY" val="diagram"/>
  <p:tag name="KSO_WM_TEMPLATE_INDEX" val="19882022"/>
  <p:tag name="KSO_WM_UNIT_ID" val="diagram19882022*l_h_f*1_4_2"/>
  <p:tag name="KSO_WM_DIAGRAM_GROUP_CODE" val="l1-1"/>
  <p:tag name="KSO_WM_TAG_VERSION" val="2.0"/>
  <p:tag name="KSO_WM_BEAUTIFY_FLAG" val="#wm#"/>
</p:tagLst>
</file>

<file path=ppt/tags/tag343.xml><?xml version="1.0" encoding="utf-8"?>
<p:tagLst xmlns:p="http://schemas.openxmlformats.org/presentationml/2006/main">
  <p:tag name="KSO_WM_UNIT_INDEX" val="1_4_1"/>
  <p:tag name="KSO_WM_UNIT_TYPE" val="l_h_a"/>
  <p:tag name="KSO_WM_TEMPLATE_CATEGORY" val="diagram"/>
  <p:tag name="KSO_WM_TEMPLATE_INDEX" val="19882022"/>
  <p:tag name="KSO_WM_UNIT_ID" val="diagram19882022*l_h_a*1_4_1"/>
  <p:tag name="KSO_WM_DIAGRAM_GROUP_CODE" val="l1-1"/>
  <p:tag name="KSO_WM_TAG_VERSION" val="2.0"/>
  <p:tag name="KSO_WM_BEAUTIFY_FLAG" val="#wm#"/>
</p:tagLst>
</file>

<file path=ppt/tags/tag344.xml><?xml version="1.0" encoding="utf-8"?>
<p:tagLst xmlns:p="http://schemas.openxmlformats.org/presentationml/2006/main">
  <p:tag name="KSO_WM_UNIT_INDEX" val="1_4_3"/>
  <p:tag name="KSO_WM_UNIT_TYPE" val="l_h_f"/>
  <p:tag name="KSO_WM_UNIT_SUBTYPE" val="a"/>
  <p:tag name="KSO_WM_TEMPLATE_CATEGORY" val="diagram"/>
  <p:tag name="KSO_WM_TEMPLATE_INDEX" val="19882022"/>
  <p:tag name="KSO_WM_UNIT_ID" val="diagram19882022*l_h_f*1_4_3"/>
  <p:tag name="KSO_WM_DIAGRAM_GROUP_CODE" val="l1-1"/>
  <p:tag name="KSO_WM_TAG_VERSION" val="2.0"/>
  <p:tag name="KSO_WM_BEAUTIFY_FLAG" val="#wm#"/>
</p:tagLst>
</file>

<file path=ppt/tags/tag345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346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17"/>
  <p:tag name="KSO_WM_TEMPLATE_CATEGORY" val="custom"/>
  <p:tag name="KSO_WM_SLIDE_INDEX" val="8"/>
  <p:tag name="KSO_WM_SLIDE_ID" val="custom2023861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34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17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ISCONTENTSTITLE" val="0"/>
  <p:tag name="KSO_WM_UNIT_PRESET_TEXT" val="添加章节标题"/>
  <p:tag name="KSO_WM_UNIT_TEXT_TYPE" val="1"/>
</p:tagLst>
</file>

<file path=ppt/tags/tag348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17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VALUE" val="6"/>
  <p:tag name="KSO_WM_UNIT_PRESET_TEXT_INDEX" val="-1"/>
  <p:tag name="KSO_WM_UNIT_PRESET_TEXT_LEN" val="0"/>
</p:tagLst>
</file>

<file path=ppt/tags/tag349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17"/>
  <p:tag name="KSO_WM_TEMPLATE_CATEGORY" val="custom"/>
  <p:tag name="KSO_WM_SLIDE_INDEX" val="7"/>
  <p:tag name="KSO_WM_SLIDE_ID" val="custom20238617_7"/>
  <p:tag name="KSO_WM_TEMPLATE_MASTER_TYPE" val="0"/>
  <p:tag name="KSO_WM_SLIDE_LAYOUT" val="a_e"/>
  <p:tag name="KSO_WM_SLIDE_LAYOUT_CNT" val="1_1"/>
  <p:tag name="KSO_WM_SLIDE_THEME_ID" val="3402577"/>
  <p:tag name="KSO_WM_SLIDE_THEME_NAME" val="简约风通用箭头职场办公"/>
</p:tagLst>
</file>

<file path=ppt/tags/tag350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351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352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353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354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355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356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357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358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359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360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361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362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36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364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365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366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367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368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369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370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371.xml><?xml version="1.0" encoding="utf-8"?>
<p:tagLst xmlns:p="http://schemas.openxmlformats.org/presentationml/2006/main">
  <p:tag name="KSO_WM_UNIT_INDEX" val="23"/>
  <p:tag name="KSO_WM_UNIT_TYPE" val="f"/>
  <p:tag name="KSO_WM_UNIT_SUBTYPE" val="a"/>
  <p:tag name="KSO_WM_BEAUTIFY_FLAG" val="#wm#"/>
</p:tagLst>
</file>

<file path=ppt/tags/tag372.xml><?xml version="1.0" encoding="utf-8"?>
<p:tagLst xmlns:p="http://schemas.openxmlformats.org/presentationml/2006/main">
  <p:tag name="KSO_WM_UNIT_INDEX" val="24"/>
  <p:tag name="KSO_WM_UNIT_TYPE" val="f"/>
  <p:tag name="KSO_WM_UNIT_SUBTYPE" val="a"/>
  <p:tag name="KSO_WM_BEAUTIFY_FLAG" val="#wm#"/>
</p:tagLst>
</file>

<file path=ppt/tags/tag373.xml><?xml version="1.0" encoding="utf-8"?>
<p:tagLst xmlns:p="http://schemas.openxmlformats.org/presentationml/2006/main">
  <p:tag name="KSO_WM_UNIT_INDEX" val="18"/>
  <p:tag name="KSO_WM_UNIT_TYPE" val="i"/>
  <p:tag name="KSO_WM_BEAUTIFY_FLAG" val="#wm#"/>
</p:tagLst>
</file>

<file path=ppt/tags/tag374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17"/>
  <p:tag name="KSO_WM_TEMPLATE_CATEGORY" val="custom"/>
  <p:tag name="KSO_WM_SLIDE_INDEX" val="8"/>
  <p:tag name="KSO_WM_SLIDE_ID" val="custom2023861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37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8617_9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ISCONTENTSTITLE" val="0"/>
  <p:tag name="KSO_WM_UNIT_VALUE" val="22"/>
  <p:tag name="KSO_WM_UNIT_TEXT_TYPE" val="1"/>
  <p:tag name="KSO_WM_UNIT_PRESET_TEXT" val="单击此处添加副标题内容"/>
</p:tagLst>
</file>

<file path=ppt/tags/tag376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617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TEXT_LAYER_COUNT" val="1"/>
  <p:tag name="KSO_WM_UNIT_VALUE" val="22"/>
</p:tagLst>
</file>

<file path=ppt/tags/tag37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17_9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ISCONTENTSTITLE" val="0"/>
</p:tagLst>
</file>

<file path=ppt/tags/tag378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17"/>
  <p:tag name="KSO_WM_TEMPLATE_CATEGORY" val="custom"/>
  <p:tag name="KSO_WM_SLIDE_INDEX" val="9"/>
  <p:tag name="KSO_WM_SLIDE_ID" val="custom20238617_9"/>
  <p:tag name="KSO_WM_TEMPLATE_MASTER_TYPE" val="0"/>
  <p:tag name="KSO_WM_SLIDE_LAYOUT" val="a_b_f"/>
  <p:tag name="KSO_WM_SLIDE_LAYOUT_CNT" val="1_1_1"/>
  <p:tag name="KSO_WM_SLIDE_THEME_ID" val="3402577"/>
  <p:tag name="KSO_WM_SLIDE_THEME_NAME" val="简约风通用箭头职场办公"/>
</p:tagLst>
</file>

<file path=ppt/theme/theme1.xml><?xml version="1.0" encoding="utf-8"?>
<a:theme xmlns:a="http://schemas.openxmlformats.org/drawingml/2006/main" name="mrflag_presentation">
  <a:themeElements>
    <a:clrScheme name="mrflag_presentation">
      <a:dk1>
        <a:srgbClr val="0F172A"/>
      </a:dk1>
      <a:lt1>
        <a:srgbClr val="FFFFFF"/>
      </a:lt1>
      <a:dk2>
        <a:srgbClr val="475569"/>
      </a:dk2>
      <a:lt2>
        <a:srgbClr val="F1F5F9"/>
      </a:lt2>
      <a:accent1>
        <a:srgbClr val="2563EB"/>
      </a:accent1>
      <a:accent2>
        <a:srgbClr val="0D9488"/>
      </a:accent2>
      <a:accent3>
        <a:srgbClr val="7C3AED"/>
      </a:accent3>
      <a:accent4>
        <a:srgbClr val="E2E8F0"/>
      </a:accent4>
      <a:accent5>
        <a:srgbClr val="94A3B8"/>
      </a:accent5>
      <a:accent6>
        <a:srgbClr val="10B981"/>
      </a:accent6>
      <a:hlink>
        <a:srgbClr val="0D9488"/>
      </a:hlink>
      <a:folHlink>
        <a:srgbClr val="7C3AED"/>
      </a:folHlink>
    </a:clrScheme>
    <a:fontScheme name="mrflag_presentatio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rflag_presenta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简约风通用箭头职场办公">
  <a:themeElements>
    <a:clrScheme name="蓝色通用箭头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E62DF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rflag_presentation">
  <a:themeElements>
    <a:clrScheme name="mrflag_presentation">
      <a:dk1>
        <a:srgbClr val="0F172A"/>
      </a:dk1>
      <a:lt1>
        <a:srgbClr val="FFFFFF"/>
      </a:lt1>
      <a:dk2>
        <a:srgbClr val="475569"/>
      </a:dk2>
      <a:lt2>
        <a:srgbClr val="F1F5F9"/>
      </a:lt2>
      <a:accent1>
        <a:srgbClr val="2563EB"/>
      </a:accent1>
      <a:accent2>
        <a:srgbClr val="0D9488"/>
      </a:accent2>
      <a:accent3>
        <a:srgbClr val="7C3AED"/>
      </a:accent3>
      <a:accent4>
        <a:srgbClr val="E2E8F0"/>
      </a:accent4>
      <a:accent5>
        <a:srgbClr val="94A3B8"/>
      </a:accent5>
      <a:accent6>
        <a:srgbClr val="10B981"/>
      </a:accent6>
      <a:hlink>
        <a:srgbClr val="0D9488"/>
      </a:hlink>
      <a:folHlink>
        <a:srgbClr val="7C3AED"/>
      </a:folHlink>
    </a:clrScheme>
    <a:fontScheme name="mrflag_presentatio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rflag_presenta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1950</Words>
  <Application>WPS 演示</Application>
  <PresentationFormat>On-screen Show (16:9)</PresentationFormat>
  <Paragraphs>335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宋体</vt:lpstr>
      <vt:lpstr>Wingdings</vt:lpstr>
      <vt:lpstr>Arial</vt:lpstr>
      <vt:lpstr>Consolas</vt:lpstr>
      <vt:lpstr>微软雅黑</vt:lpstr>
      <vt:lpstr>Arial Unicode MS</vt:lpstr>
      <vt:lpstr>Wingdings</vt:lpstr>
      <vt:lpstr>江城圆体 400W</vt:lpstr>
      <vt:lpstr>Calibri</vt:lpstr>
      <vt:lpstr>mrflag_presentation</vt:lpstr>
      <vt:lpstr>简约风通用箭头职场办公</vt:lpstr>
      <vt:lpstr>项目总结汇报</vt:lpstr>
      <vt:lpstr>03 — 06</vt:lpstr>
      <vt:lpstr>前期设计与最终实现</vt:lpstr>
      <vt:lpstr>PowerPoint 演示文稿</vt:lpstr>
      <vt:lpstr>PowerPoint 演示文稿</vt:lpstr>
      <vt:lpstr>PowerPoint 演示文稿</vt:lpstr>
      <vt:lpstr>前期设计与最终实现</vt:lpstr>
      <vt:lpstr>PowerPoint 演示文稿</vt:lpstr>
      <vt:lpstr>单击此处添加标题</vt:lpstr>
      <vt:lpstr>PowerPoint 演示文稿</vt:lpstr>
      <vt:lpstr>PowerPoint 演示文稿</vt:lpstr>
      <vt:lpstr>PowerPoint 演示文稿</vt:lpstr>
      <vt:lpstr>PowerPoint 演示文稿</vt:lpstr>
      <vt:lpstr>工作汇报</vt:lpstr>
      <vt:lpstr>PowerPoint 演示文稿</vt:lpstr>
      <vt:lpstr>思考与收获</vt:lpstr>
      <vt:lpstr>PowerPoint 演示文稿</vt:lpstr>
      <vt:lpstr>[ 联系方式 / 团队信息 ]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衢鸢浮鹤</cp:lastModifiedBy>
  <cp:revision>2</cp:revision>
  <dcterms:created xsi:type="dcterms:W3CDTF">2026-07-15T05:11:00Z</dcterms:created>
  <dcterms:modified xsi:type="dcterms:W3CDTF">2026-07-15T08:03:18Z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938A8E7BC8B24CED83CDC3B09926090D_12</vt:lpwstr>
  </property>
</Properties>
</file>